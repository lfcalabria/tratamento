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3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4.xml" ContentType="application/vnd.openxmlformats-officedocument.theme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5.xml" ContentType="application/vnd.openxmlformats-officedocument.theme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theme/theme6.xml" ContentType="application/vnd.openxmlformats-officedocument.theme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theme/theme7.xml" ContentType="application/vnd.openxmlformats-officedocument.theme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6" r:id="rId1"/>
    <p:sldMasterId id="2147483697" r:id="rId2"/>
    <p:sldMasterId id="2147483708" r:id="rId3"/>
    <p:sldMasterId id="2147483717" r:id="rId4"/>
    <p:sldMasterId id="2147483752" r:id="rId5"/>
    <p:sldMasterId id="2147483764" r:id="rId6"/>
    <p:sldMasterId id="2147483775" r:id="rId7"/>
    <p:sldMasterId id="2147483786" r:id="rId8"/>
  </p:sldMasterIdLst>
  <p:notesMasterIdLst>
    <p:notesMasterId r:id="rId22"/>
  </p:notesMasterIdLst>
  <p:handoutMasterIdLst>
    <p:handoutMasterId r:id="rId23"/>
  </p:handoutMasterIdLst>
  <p:sldIdLst>
    <p:sldId id="256" r:id="rId9"/>
    <p:sldId id="2520" r:id="rId10"/>
    <p:sldId id="305" r:id="rId11"/>
    <p:sldId id="2521" r:id="rId12"/>
    <p:sldId id="2522" r:id="rId13"/>
    <p:sldId id="2523" r:id="rId14"/>
    <p:sldId id="2524" r:id="rId15"/>
    <p:sldId id="2525" r:id="rId16"/>
    <p:sldId id="2511" r:id="rId17"/>
    <p:sldId id="2526" r:id="rId18"/>
    <p:sldId id="2527" r:id="rId19"/>
    <p:sldId id="2528" r:id="rId20"/>
    <p:sldId id="2467" r:id="rId21"/>
  </p:sldIdLst>
  <p:sldSz cx="9144000" cy="5143500" type="screen16x9"/>
  <p:notesSz cx="10234613" cy="7104063"/>
  <p:embeddedFontLst>
    <p:embeddedFont>
      <p:font typeface="Verdana" panose="020B0604030504040204" pitchFamily="34" charset="0"/>
      <p:regular r:id="rId24"/>
      <p:bold r:id="rId25"/>
      <p:italic r:id="rId26"/>
      <p:boldItalic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ogerio Aguiar" initials="RA" lastIdx="1" clrIdx="0">
    <p:extLst>
      <p:ext uri="{19B8F6BF-5375-455C-9EA6-DF929625EA0E}">
        <p15:presenceInfo xmlns:p15="http://schemas.microsoft.com/office/powerpoint/2012/main" userId="86fef4cc378c3954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F6960A"/>
    <a:srgbClr val="FFD243"/>
    <a:srgbClr val="FFEDB3"/>
    <a:srgbClr val="FFD96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85B9494-D25C-4481-A11B-9B50CEFA6437}" v="35" dt="2023-06-11T15:24:02.690"/>
    <p1510:client id="{D5BA9935-5E42-4097-A274-29F77E7D72C4}" v="273" dt="2023-06-11T14:37:50.478"/>
  </p1510:revLst>
</p1510:revInfo>
</file>

<file path=ppt/tableStyles.xml><?xml version="1.0" encoding="utf-8"?>
<a:tblStyleLst xmlns:a="http://schemas.openxmlformats.org/drawingml/2006/main" def="{18E0EB87-6F86-4DAB-AA45-32A1FB75C8D8}">
  <a:tblStyle styleId="{18E0EB87-6F86-4DAB-AA45-32A1FB75C8D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84E427A-3D55-4303-BF80-6455036E1DE7}" styleName="Estilo com Tema 1 - Ênfase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16DA210-FB5B-4158-B5E0-FEB733F419BA}" styleName="Estilo Claro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E8B1032C-EA38-4F05-BA0D-38AFFFC7BED3}" styleName="Estilo Claro 3 - Ênfase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9C7853C-536D-4A76-A0AE-DD22124D55A5}" styleName="Estilo com Tema 1 - Ênfase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624" autoAdjust="0"/>
    <p:restoredTop sz="94561" autoAdjust="0"/>
  </p:normalViewPr>
  <p:slideViewPr>
    <p:cSldViewPr>
      <p:cViewPr varScale="1">
        <p:scale>
          <a:sx n="60" d="100"/>
          <a:sy n="60" d="100"/>
        </p:scale>
        <p:origin x="1101" y="31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26" Type="http://schemas.openxmlformats.org/officeDocument/2006/relationships/font" Target="fonts/font3.fntdata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3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5" Type="http://schemas.openxmlformats.org/officeDocument/2006/relationships/font" Target="fonts/font2.fntdata"/><Relationship Id="rId33" Type="http://schemas.microsoft.com/office/2015/10/relationships/revisionInfo" Target="revisionInfo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8.xml"/><Relationship Id="rId20" Type="http://schemas.openxmlformats.org/officeDocument/2006/relationships/slide" Target="slides/slide12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3.xml"/><Relationship Id="rId24" Type="http://schemas.openxmlformats.org/officeDocument/2006/relationships/font" Target="fonts/font1.fntdata"/><Relationship Id="rId32" Type="http://schemas.openxmlformats.org/officeDocument/2006/relationships/tableStyles" Target="tableStyle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7.xml"/><Relationship Id="rId23" Type="http://schemas.openxmlformats.org/officeDocument/2006/relationships/handoutMaster" Target="handoutMasters/handoutMaster1.xml"/><Relationship Id="rId28" Type="http://schemas.openxmlformats.org/officeDocument/2006/relationships/commentAuthors" Target="commentAuthors.xml"/><Relationship Id="rId10" Type="http://schemas.openxmlformats.org/officeDocument/2006/relationships/slide" Target="slides/slide2.xml"/><Relationship Id="rId19" Type="http://schemas.openxmlformats.org/officeDocument/2006/relationships/slide" Target="slides/slide11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1.xml"/><Relationship Id="rId14" Type="http://schemas.openxmlformats.org/officeDocument/2006/relationships/slide" Target="slides/slide6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4.fntdata"/><Relationship Id="rId30" Type="http://schemas.openxmlformats.org/officeDocument/2006/relationships/viewProps" Target="viewProps.xml"/><Relationship Id="rId8" Type="http://schemas.openxmlformats.org/officeDocument/2006/relationships/slideMaster" Target="slideMasters/slideMaster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4E7BF670-571C-49EB-A6A7-5E570C99D28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4" y="0"/>
            <a:ext cx="4434618" cy="355920"/>
          </a:xfrm>
          <a:prstGeom prst="rect">
            <a:avLst/>
          </a:prstGeom>
        </p:spPr>
        <p:txBody>
          <a:bodyPr vert="horz" lIns="91426" tIns="45712" rIns="91426" bIns="45712" rtlCol="0"/>
          <a:lstStyle>
            <a:lvl1pPr algn="l">
              <a:defRPr sz="1200"/>
            </a:lvl1pPr>
          </a:lstStyle>
          <a:p>
            <a:r>
              <a:rPr lang="pt-BR"/>
              <a:t>TREINA RECIFE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75051FA-D892-43F3-9386-D6D2639B6B5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797710" y="0"/>
            <a:ext cx="4434617" cy="355920"/>
          </a:xfrm>
          <a:prstGeom prst="rect">
            <a:avLst/>
          </a:prstGeom>
        </p:spPr>
        <p:txBody>
          <a:bodyPr vert="horz" lIns="91426" tIns="45712" rIns="91426" bIns="45712" rtlCol="0"/>
          <a:lstStyle>
            <a:lvl1pPr algn="r">
              <a:defRPr sz="1200"/>
            </a:lvl1pPr>
          </a:lstStyle>
          <a:p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2A9435AC-CCB6-4B40-878E-D29AC4114AF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4" y="6748145"/>
            <a:ext cx="4434618" cy="355920"/>
          </a:xfrm>
          <a:prstGeom prst="rect">
            <a:avLst/>
          </a:prstGeom>
        </p:spPr>
        <p:txBody>
          <a:bodyPr vert="horz" lIns="91426" tIns="45712" rIns="91426" bIns="45712" rtlCol="0" anchor="b"/>
          <a:lstStyle>
            <a:lvl1pPr algn="l">
              <a:defRPr sz="1200"/>
            </a:lvl1pPr>
          </a:lstStyle>
          <a:p>
            <a:r>
              <a:rPr lang="pt-BR"/>
              <a:t>SIGA NOSSO INSTAGRAM: @treina_recife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1EFB0033-2C8B-4436-B83A-797AC70BDE3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797710" y="6748145"/>
            <a:ext cx="4434617" cy="355920"/>
          </a:xfrm>
          <a:prstGeom prst="rect">
            <a:avLst/>
          </a:prstGeom>
        </p:spPr>
        <p:txBody>
          <a:bodyPr vert="horz" lIns="91426" tIns="45712" rIns="91426" bIns="45712" rtlCol="0" anchor="b"/>
          <a:lstStyle>
            <a:lvl1pPr algn="r">
              <a:defRPr sz="1200"/>
            </a:lvl1pPr>
          </a:lstStyle>
          <a:p>
            <a:fld id="{0878DA2E-347B-46BB-8DBC-F2AFC9533DF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19551945"/>
      </p:ext>
    </p:extLst>
  </p:cSld>
  <p:clrMap bg1="lt1" tx1="dk1" bg2="lt2" tx2="dk2" accent1="accent1" accent2="accent2" accent3="accent3" accent4="accent4" accent5="accent5" accent6="accent6" hlink="hlink" folHlink="folHlink"/>
  <p:hf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749550" y="533400"/>
            <a:ext cx="4735513" cy="26638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1023462" y="3374431"/>
            <a:ext cx="8187690" cy="31968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65" tIns="94765" rIns="94765" bIns="9476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hf ftr="0" dt="0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49550" y="533400"/>
            <a:ext cx="4735513" cy="26638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5" name="Google Shape;625;g35f391192_00:notes"/>
          <p:cNvSpPr txBox="1">
            <a:spLocks noGrp="1"/>
          </p:cNvSpPr>
          <p:nvPr>
            <p:ph type="body" idx="1"/>
          </p:nvPr>
        </p:nvSpPr>
        <p:spPr>
          <a:xfrm>
            <a:off x="1023462" y="3374431"/>
            <a:ext cx="8187690" cy="3196828"/>
          </a:xfrm>
          <a:prstGeom prst="rect">
            <a:avLst/>
          </a:prstGeom>
        </p:spPr>
        <p:txBody>
          <a:bodyPr spcFirstLastPara="1" wrap="square" lIns="94765" tIns="94765" rIns="94765" bIns="94765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1" name="Rectangle 2">
            <a:extLst>
              <a:ext uri="{FF2B5EF4-FFF2-40B4-BE49-F238E27FC236}">
                <a16:creationId xmlns:a16="http://schemas.microsoft.com/office/drawing/2014/main" id="{8B859196-7097-4B81-9F07-CE2A16BE5D6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41288" y="768350"/>
            <a:ext cx="6821487" cy="3836988"/>
          </a:xfrm>
          <a:ln/>
        </p:spPr>
      </p:sp>
      <p:sp>
        <p:nvSpPr>
          <p:cNvPr id="124932" name="Rectangle 3">
            <a:extLst>
              <a:ext uri="{FF2B5EF4-FFF2-40B4-BE49-F238E27FC236}">
                <a16:creationId xmlns:a16="http://schemas.microsoft.com/office/drawing/2014/main" id="{622DE7CD-C43C-46C1-8045-76700F97E74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pt-BR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1" name="Rectangle 2">
            <a:extLst>
              <a:ext uri="{FF2B5EF4-FFF2-40B4-BE49-F238E27FC236}">
                <a16:creationId xmlns:a16="http://schemas.microsoft.com/office/drawing/2014/main" id="{8B859196-7097-4B81-9F07-CE2A16BE5D6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749550" y="533400"/>
            <a:ext cx="4735513" cy="2663825"/>
          </a:xfrm>
          <a:ln/>
        </p:spPr>
      </p:sp>
      <p:sp>
        <p:nvSpPr>
          <p:cNvPr id="124932" name="Rectangle 3">
            <a:extLst>
              <a:ext uri="{FF2B5EF4-FFF2-40B4-BE49-F238E27FC236}">
                <a16:creationId xmlns:a16="http://schemas.microsoft.com/office/drawing/2014/main" id="{622DE7CD-C43C-46C1-8045-76700F97E74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pt-BR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1" name="Rectangle 2">
            <a:extLst>
              <a:ext uri="{FF2B5EF4-FFF2-40B4-BE49-F238E27FC236}">
                <a16:creationId xmlns:a16="http://schemas.microsoft.com/office/drawing/2014/main" id="{8B859196-7097-4B81-9F07-CE2A16BE5D6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749550" y="533400"/>
            <a:ext cx="4735513" cy="2663825"/>
          </a:xfrm>
          <a:ln/>
        </p:spPr>
      </p:sp>
      <p:sp>
        <p:nvSpPr>
          <p:cNvPr id="124932" name="Rectangle 3">
            <a:extLst>
              <a:ext uri="{FF2B5EF4-FFF2-40B4-BE49-F238E27FC236}">
                <a16:creationId xmlns:a16="http://schemas.microsoft.com/office/drawing/2014/main" id="{622DE7CD-C43C-46C1-8045-76700F97E74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pt-BR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88077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1" name="Rectangle 2">
            <a:extLst>
              <a:ext uri="{FF2B5EF4-FFF2-40B4-BE49-F238E27FC236}">
                <a16:creationId xmlns:a16="http://schemas.microsoft.com/office/drawing/2014/main" id="{8B859196-7097-4B81-9F07-CE2A16BE5D6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749550" y="533400"/>
            <a:ext cx="4735513" cy="2663825"/>
          </a:xfrm>
          <a:ln/>
        </p:spPr>
      </p:sp>
      <p:sp>
        <p:nvSpPr>
          <p:cNvPr id="124932" name="Rectangle 3">
            <a:extLst>
              <a:ext uri="{FF2B5EF4-FFF2-40B4-BE49-F238E27FC236}">
                <a16:creationId xmlns:a16="http://schemas.microsoft.com/office/drawing/2014/main" id="{622DE7CD-C43C-46C1-8045-76700F97E74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pt-BR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002295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1" name="Rectangle 2">
            <a:extLst>
              <a:ext uri="{FF2B5EF4-FFF2-40B4-BE49-F238E27FC236}">
                <a16:creationId xmlns:a16="http://schemas.microsoft.com/office/drawing/2014/main" id="{8B859196-7097-4B81-9F07-CE2A16BE5D6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749550" y="533400"/>
            <a:ext cx="4735513" cy="2663825"/>
          </a:xfrm>
          <a:ln/>
        </p:spPr>
      </p:sp>
      <p:sp>
        <p:nvSpPr>
          <p:cNvPr id="124932" name="Rectangle 3">
            <a:extLst>
              <a:ext uri="{FF2B5EF4-FFF2-40B4-BE49-F238E27FC236}">
                <a16:creationId xmlns:a16="http://schemas.microsoft.com/office/drawing/2014/main" id="{622DE7CD-C43C-46C1-8045-76700F97E74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pt-BR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424625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1" name="Rectangle 2">
            <a:extLst>
              <a:ext uri="{FF2B5EF4-FFF2-40B4-BE49-F238E27FC236}">
                <a16:creationId xmlns:a16="http://schemas.microsoft.com/office/drawing/2014/main" id="{8B859196-7097-4B81-9F07-CE2A16BE5D6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749550" y="533400"/>
            <a:ext cx="4735513" cy="2663825"/>
          </a:xfrm>
          <a:ln/>
        </p:spPr>
      </p:sp>
      <p:sp>
        <p:nvSpPr>
          <p:cNvPr id="124932" name="Rectangle 3">
            <a:extLst>
              <a:ext uri="{FF2B5EF4-FFF2-40B4-BE49-F238E27FC236}">
                <a16:creationId xmlns:a16="http://schemas.microsoft.com/office/drawing/2014/main" id="{622DE7CD-C43C-46C1-8045-76700F97E74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pt-BR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198495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1" name="Rectangle 2">
            <a:extLst>
              <a:ext uri="{FF2B5EF4-FFF2-40B4-BE49-F238E27FC236}">
                <a16:creationId xmlns:a16="http://schemas.microsoft.com/office/drawing/2014/main" id="{8B859196-7097-4B81-9F07-CE2A16BE5D6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749550" y="533400"/>
            <a:ext cx="4735513" cy="2663825"/>
          </a:xfrm>
          <a:ln/>
        </p:spPr>
      </p:sp>
      <p:sp>
        <p:nvSpPr>
          <p:cNvPr id="124932" name="Rectangle 3">
            <a:extLst>
              <a:ext uri="{FF2B5EF4-FFF2-40B4-BE49-F238E27FC236}">
                <a16:creationId xmlns:a16="http://schemas.microsoft.com/office/drawing/2014/main" id="{622DE7CD-C43C-46C1-8045-76700F97E74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pt-BR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288008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1" name="Rectangle 2">
            <a:extLst>
              <a:ext uri="{FF2B5EF4-FFF2-40B4-BE49-F238E27FC236}">
                <a16:creationId xmlns:a16="http://schemas.microsoft.com/office/drawing/2014/main" id="{8B859196-7097-4B81-9F07-CE2A16BE5D6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749550" y="533400"/>
            <a:ext cx="4735513" cy="2663825"/>
          </a:xfrm>
          <a:ln/>
        </p:spPr>
      </p:sp>
      <p:sp>
        <p:nvSpPr>
          <p:cNvPr id="124932" name="Rectangle 3">
            <a:extLst>
              <a:ext uri="{FF2B5EF4-FFF2-40B4-BE49-F238E27FC236}">
                <a16:creationId xmlns:a16="http://schemas.microsoft.com/office/drawing/2014/main" id="{622DE7CD-C43C-46C1-8045-76700F97E74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pt-BR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791007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1" name="Rectangle 2">
            <a:extLst>
              <a:ext uri="{FF2B5EF4-FFF2-40B4-BE49-F238E27FC236}">
                <a16:creationId xmlns:a16="http://schemas.microsoft.com/office/drawing/2014/main" id="{8B859196-7097-4B81-9F07-CE2A16BE5D6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749550" y="533400"/>
            <a:ext cx="4735513" cy="2663825"/>
          </a:xfrm>
          <a:ln/>
        </p:spPr>
      </p:sp>
      <p:sp>
        <p:nvSpPr>
          <p:cNvPr id="124932" name="Rectangle 3">
            <a:extLst>
              <a:ext uri="{FF2B5EF4-FFF2-40B4-BE49-F238E27FC236}">
                <a16:creationId xmlns:a16="http://schemas.microsoft.com/office/drawing/2014/main" id="{622DE7CD-C43C-46C1-8045-76700F97E74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pt-BR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326081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1" name="Rectangle 2">
            <a:extLst>
              <a:ext uri="{FF2B5EF4-FFF2-40B4-BE49-F238E27FC236}">
                <a16:creationId xmlns:a16="http://schemas.microsoft.com/office/drawing/2014/main" id="{8B859196-7097-4B81-9F07-CE2A16BE5D6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749550" y="533400"/>
            <a:ext cx="4735513" cy="2663825"/>
          </a:xfrm>
          <a:ln/>
        </p:spPr>
      </p:sp>
      <p:sp>
        <p:nvSpPr>
          <p:cNvPr id="124932" name="Rectangle 3">
            <a:extLst>
              <a:ext uri="{FF2B5EF4-FFF2-40B4-BE49-F238E27FC236}">
                <a16:creationId xmlns:a16="http://schemas.microsoft.com/office/drawing/2014/main" id="{622DE7CD-C43C-46C1-8045-76700F97E74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pt-BR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878211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1" name="Rectangle 2">
            <a:extLst>
              <a:ext uri="{FF2B5EF4-FFF2-40B4-BE49-F238E27FC236}">
                <a16:creationId xmlns:a16="http://schemas.microsoft.com/office/drawing/2014/main" id="{8B859196-7097-4B81-9F07-CE2A16BE5D6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749550" y="533400"/>
            <a:ext cx="4735513" cy="2663825"/>
          </a:xfrm>
          <a:ln/>
        </p:spPr>
      </p:sp>
      <p:sp>
        <p:nvSpPr>
          <p:cNvPr id="124932" name="Rectangle 3">
            <a:extLst>
              <a:ext uri="{FF2B5EF4-FFF2-40B4-BE49-F238E27FC236}">
                <a16:creationId xmlns:a16="http://schemas.microsoft.com/office/drawing/2014/main" id="{622DE7CD-C43C-46C1-8045-76700F97E74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pt-BR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83699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E970A3-1965-40C7-8B88-CEA08CEC63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375"/>
            <a:ext cx="6858000" cy="17907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97073DA-BAB4-4407-82A3-8283D854C4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925"/>
            <a:ext cx="6858000" cy="12414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EE596E1-E056-4BE4-9C2D-4064B888667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CCDD559-2037-4107-BDE7-64DDA7A4E7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C842E7C-0068-4C68-993E-FC7F4BEFC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fld id="{70762D7C-B095-46E1-8BDD-3106C898DD5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196937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AA0EEB-4626-4348-8120-3401805363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8EF84E1-91B1-4064-8368-1284C4EBF1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70013"/>
            <a:ext cx="7886700" cy="32623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4FA6E08-5AFF-471B-AE89-83AC2B99C40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1FD1392-862B-4647-ACD4-30F187E6A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D24D2D3-6A37-4410-9830-0803F90972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fld id="{70762D7C-B095-46E1-8BDD-3106C898DD5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012147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FB459D-0B63-4DEE-9099-8F6DBCE55B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34B28A2-45DC-413D-9272-44158B4B5F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70013"/>
            <a:ext cx="3867150" cy="32623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82C5933-B921-40F0-A2E3-63FF21A565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370013"/>
            <a:ext cx="3867150" cy="32623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D6CDCB1-1A19-462D-855A-3733CACF012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A99B034-54B6-4524-B724-B93A39CE5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EC38795-7C4E-4BAC-BE5E-10FF519DC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fld id="{70762D7C-B095-46E1-8BDD-3106C898DD5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462403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35D73F-79D4-4E78-B363-D0BB759D0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711D9A9-EA49-4B93-805B-DE1DFB8E24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EC25406-6D5A-4EBE-8813-C182B959EB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D39C440C-4283-4610-8299-4EA64A80B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fld id="{70762D7C-B095-46E1-8BDD-3106C898DD5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674326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795205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bg>
      <p:bgPr>
        <a:solidFill>
          <a:schemeClr val="bg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"/>
          <p:cNvSpPr txBox="1">
            <a:spLocks noGrp="1"/>
          </p:cNvSpPr>
          <p:nvPr>
            <p:ph type="ctrTitle"/>
          </p:nvPr>
        </p:nvSpPr>
        <p:spPr>
          <a:xfrm>
            <a:off x="685800" y="1991825"/>
            <a:ext cx="5265000" cy="115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318893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E970A3-1965-40C7-8B88-CEA08CEC63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375"/>
            <a:ext cx="6858000" cy="17907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97073DA-BAB4-4407-82A3-8283D854C4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925"/>
            <a:ext cx="6858000" cy="12414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EE596E1-E056-4BE4-9C2D-4064B888667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CCDD559-2037-4107-BDE7-64DDA7A4E7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C842E7C-0068-4C68-993E-FC7F4BEFC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fld id="{70762D7C-B095-46E1-8BDD-3106C898DD5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001578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AA0EEB-4626-4348-8120-3401805363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8EF84E1-91B1-4064-8368-1284C4EBF1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70013"/>
            <a:ext cx="7886700" cy="32623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4FA6E08-5AFF-471B-AE89-83AC2B99C40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1FD1392-862B-4647-ACD4-30F187E6A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D24D2D3-6A37-4410-9830-0803F90972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fld id="{70762D7C-B095-46E1-8BDD-3106C898DD5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188198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FB459D-0B63-4DEE-9099-8F6DBCE55B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34B28A2-45DC-413D-9272-44158B4B5F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70013"/>
            <a:ext cx="3867150" cy="32623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82C5933-B921-40F0-A2E3-63FF21A565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370013"/>
            <a:ext cx="3867150" cy="32623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D6CDCB1-1A19-462D-855A-3733CACF012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A99B034-54B6-4524-B724-B93A39CE5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EC38795-7C4E-4BAC-BE5E-10FF519DC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fld id="{70762D7C-B095-46E1-8BDD-3106C898DD5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944188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35D73F-79D4-4E78-B363-D0BB759D0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711D9A9-EA49-4B93-805B-DE1DFB8E24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EC25406-6D5A-4EBE-8813-C182B959EB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D39C440C-4283-4610-8299-4EA64A80B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fld id="{70762D7C-B095-46E1-8BDD-3106C898DD5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196323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484363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bg>
      <p:bgPr>
        <a:solidFill>
          <a:schemeClr val="bg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"/>
          <p:cNvSpPr txBox="1">
            <a:spLocks noGrp="1"/>
          </p:cNvSpPr>
          <p:nvPr>
            <p:ph type="ctrTitle"/>
          </p:nvPr>
        </p:nvSpPr>
        <p:spPr>
          <a:xfrm>
            <a:off x="685800" y="1991825"/>
            <a:ext cx="5265000" cy="115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782141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type="twoColTx">
  <p:cSld name="Title + 2 columns"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7"/>
          <p:cNvSpPr txBox="1">
            <a:spLocks noGrp="1"/>
          </p:cNvSpPr>
          <p:nvPr>
            <p:ph type="title"/>
          </p:nvPr>
        </p:nvSpPr>
        <p:spPr>
          <a:xfrm>
            <a:off x="1320025" y="866525"/>
            <a:ext cx="6455700" cy="668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342" name="Google Shape;342;p7"/>
          <p:cNvSpPr txBox="1">
            <a:spLocks noGrp="1"/>
          </p:cNvSpPr>
          <p:nvPr>
            <p:ph type="body" idx="1"/>
          </p:nvPr>
        </p:nvSpPr>
        <p:spPr>
          <a:xfrm>
            <a:off x="1320025" y="1582625"/>
            <a:ext cx="3133500" cy="295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600"/>
              </a:spcBef>
              <a:spcAft>
                <a:spcPts val="0"/>
              </a:spcAft>
              <a:buSzPts val="1800"/>
              <a:buChar char="◂"/>
              <a:defRPr sz="1800"/>
            </a:lvl1pPr>
            <a:lvl2pPr marL="914400" lvl="1" indent="-342900">
              <a:spcBef>
                <a:spcPts val="0"/>
              </a:spcBef>
              <a:spcAft>
                <a:spcPts val="0"/>
              </a:spcAft>
              <a:buSzPts val="1800"/>
              <a:buChar char="◂"/>
              <a:defRPr sz="1800"/>
            </a:lvl2pPr>
            <a:lvl3pPr marL="1371600" lvl="2" indent="-342900">
              <a:spcBef>
                <a:spcPts val="0"/>
              </a:spcBef>
              <a:spcAft>
                <a:spcPts val="0"/>
              </a:spcAft>
              <a:buSzPts val="1800"/>
              <a:buChar char="◂"/>
              <a:defRPr sz="1800"/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SzPts val="1800"/>
              <a:buChar char="◂"/>
              <a:defRPr sz="1800"/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>
            <a:endParaRPr/>
          </a:p>
        </p:txBody>
      </p:sp>
      <p:sp>
        <p:nvSpPr>
          <p:cNvPr id="343" name="Google Shape;343;p7"/>
          <p:cNvSpPr txBox="1">
            <a:spLocks noGrp="1"/>
          </p:cNvSpPr>
          <p:nvPr>
            <p:ph type="body" idx="2"/>
          </p:nvPr>
        </p:nvSpPr>
        <p:spPr>
          <a:xfrm>
            <a:off x="4642177" y="1582625"/>
            <a:ext cx="3133500" cy="295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600"/>
              </a:spcBef>
              <a:spcAft>
                <a:spcPts val="0"/>
              </a:spcAft>
              <a:buSzPts val="1800"/>
              <a:buChar char="◂"/>
              <a:defRPr sz="1800"/>
            </a:lvl1pPr>
            <a:lvl2pPr marL="914400" lvl="1" indent="-342900">
              <a:spcBef>
                <a:spcPts val="0"/>
              </a:spcBef>
              <a:spcAft>
                <a:spcPts val="0"/>
              </a:spcAft>
              <a:buSzPts val="1800"/>
              <a:buChar char="◂"/>
              <a:defRPr sz="1800"/>
            </a:lvl2pPr>
            <a:lvl3pPr marL="1371600" lvl="2" indent="-342900">
              <a:spcBef>
                <a:spcPts val="0"/>
              </a:spcBef>
              <a:spcAft>
                <a:spcPts val="0"/>
              </a:spcAft>
              <a:buSzPts val="1800"/>
              <a:buChar char="◂"/>
              <a:defRPr sz="1800"/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SzPts val="1800"/>
              <a:buChar char="◂"/>
              <a:defRPr sz="1800"/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>
            <a:endParaRPr/>
          </a:p>
        </p:txBody>
      </p:sp>
      <p:sp>
        <p:nvSpPr>
          <p:cNvPr id="344" name="Google Shape;344;p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4137266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7321687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10038" y="651273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</p:spTree>
    <p:extLst>
      <p:ext uri="{BB962C8B-B14F-4D97-AF65-F5344CB8AC3E}">
        <p14:creationId xmlns:p14="http://schemas.microsoft.com/office/powerpoint/2010/main" val="272557249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1143000" y="841375"/>
            <a:ext cx="6858000" cy="17907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143000" y="2701926"/>
            <a:ext cx="6858000" cy="12414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8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2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</p:spTree>
    <p:extLst>
      <p:ext uri="{BB962C8B-B14F-4D97-AF65-F5344CB8AC3E}">
        <p14:creationId xmlns:p14="http://schemas.microsoft.com/office/powerpoint/2010/main" val="245227614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970766" y="112735"/>
            <a:ext cx="7697245" cy="569934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 hasCustomPrompt="1"/>
          </p:nvPr>
        </p:nvSpPr>
        <p:spPr>
          <a:xfrm>
            <a:off x="488515" y="908137"/>
            <a:ext cx="8179496" cy="37241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cxnSp>
        <p:nvCxnSpPr>
          <p:cNvPr id="5" name="Conector Reto 2">
            <a:extLst>
              <a:ext uri="{FF2B5EF4-FFF2-40B4-BE49-F238E27FC236}">
                <a16:creationId xmlns:a16="http://schemas.microsoft.com/office/drawing/2014/main" id="{A54C1E0A-58EA-4ED6-87A5-BCBEB0312BF3}"/>
              </a:ext>
            </a:extLst>
          </p:cNvPr>
          <p:cNvCxnSpPr/>
          <p:nvPr userDrawn="1"/>
        </p:nvCxnSpPr>
        <p:spPr>
          <a:xfrm>
            <a:off x="965593" y="685781"/>
            <a:ext cx="7675487" cy="10"/>
          </a:xfrm>
          <a:prstGeom prst="line">
            <a:avLst/>
          </a:prstGeom>
          <a:ln w="28575">
            <a:solidFill>
              <a:srgbClr val="002060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286412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sz="half" idx="1" hasCustomPrompt="1"/>
          </p:nvPr>
        </p:nvSpPr>
        <p:spPr>
          <a:xfrm>
            <a:off x="628650" y="883086"/>
            <a:ext cx="3867150" cy="374924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 hasCustomPrompt="1"/>
          </p:nvPr>
        </p:nvSpPr>
        <p:spPr>
          <a:xfrm>
            <a:off x="4648200" y="883086"/>
            <a:ext cx="3867150" cy="374924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78EE3940-AE51-425E-A374-7F269534C5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70766" y="112735"/>
            <a:ext cx="7697245" cy="569934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cxnSp>
        <p:nvCxnSpPr>
          <p:cNvPr id="10" name="Conector Reto 2">
            <a:extLst>
              <a:ext uri="{FF2B5EF4-FFF2-40B4-BE49-F238E27FC236}">
                <a16:creationId xmlns:a16="http://schemas.microsoft.com/office/drawing/2014/main" id="{FBA56684-365A-4994-98AE-18C21E9D6797}"/>
              </a:ext>
            </a:extLst>
          </p:cNvPr>
          <p:cNvCxnSpPr/>
          <p:nvPr userDrawn="1"/>
        </p:nvCxnSpPr>
        <p:spPr>
          <a:xfrm>
            <a:off x="965593" y="685781"/>
            <a:ext cx="7675487" cy="10"/>
          </a:xfrm>
          <a:prstGeom prst="line">
            <a:avLst/>
          </a:prstGeom>
          <a:ln w="28575">
            <a:solidFill>
              <a:srgbClr val="002060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2410572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Conector Reto 2">
            <a:extLst>
              <a:ext uri="{FF2B5EF4-FFF2-40B4-BE49-F238E27FC236}">
                <a16:creationId xmlns:a16="http://schemas.microsoft.com/office/drawing/2014/main" id="{FBCBEC26-2ADD-479F-A36A-293A1DFB0514}"/>
              </a:ext>
            </a:extLst>
          </p:cNvPr>
          <p:cNvCxnSpPr/>
          <p:nvPr userDrawn="1"/>
        </p:nvCxnSpPr>
        <p:spPr>
          <a:xfrm>
            <a:off x="965593" y="685781"/>
            <a:ext cx="7675487" cy="10"/>
          </a:xfrm>
          <a:prstGeom prst="line">
            <a:avLst/>
          </a:prstGeom>
          <a:ln w="28575">
            <a:solidFill>
              <a:srgbClr val="002060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0642533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5632966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 preserve="1">
  <p:cSld name="Title">
    <p:bg>
      <p:bgPr>
        <a:solidFill>
          <a:schemeClr val="bg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"/>
          <p:cNvSpPr txBox="1">
            <a:spLocks noGrp="1"/>
          </p:cNvSpPr>
          <p:nvPr>
            <p:ph type="ctrTitle"/>
          </p:nvPr>
        </p:nvSpPr>
        <p:spPr>
          <a:xfrm>
            <a:off x="685800" y="1991825"/>
            <a:ext cx="5265000" cy="115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5250980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1710700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1143000" y="841375"/>
            <a:ext cx="6858000" cy="17907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143000" y="2701926"/>
            <a:ext cx="6858000" cy="12414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8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2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</p:spTree>
    <p:extLst>
      <p:ext uri="{BB962C8B-B14F-4D97-AF65-F5344CB8AC3E}">
        <p14:creationId xmlns:p14="http://schemas.microsoft.com/office/powerpoint/2010/main" val="57676764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970766" y="112735"/>
            <a:ext cx="7697245" cy="569934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 hasCustomPrompt="1"/>
          </p:nvPr>
        </p:nvSpPr>
        <p:spPr>
          <a:xfrm>
            <a:off x="488515" y="908137"/>
            <a:ext cx="8179496" cy="37241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cxnSp>
        <p:nvCxnSpPr>
          <p:cNvPr id="5" name="Conector Reto 2">
            <a:extLst>
              <a:ext uri="{FF2B5EF4-FFF2-40B4-BE49-F238E27FC236}">
                <a16:creationId xmlns:a16="http://schemas.microsoft.com/office/drawing/2014/main" id="{A54C1E0A-58EA-4ED6-87A5-BCBEB0312BF3}"/>
              </a:ext>
            </a:extLst>
          </p:cNvPr>
          <p:cNvCxnSpPr/>
          <p:nvPr userDrawn="1"/>
        </p:nvCxnSpPr>
        <p:spPr>
          <a:xfrm>
            <a:off x="965593" y="685781"/>
            <a:ext cx="7675487" cy="10"/>
          </a:xfrm>
          <a:prstGeom prst="line">
            <a:avLst/>
          </a:prstGeom>
          <a:ln w="28575">
            <a:solidFill>
              <a:srgbClr val="002060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513939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sz="half" idx="1" hasCustomPrompt="1"/>
          </p:nvPr>
        </p:nvSpPr>
        <p:spPr>
          <a:xfrm>
            <a:off x="628650" y="883086"/>
            <a:ext cx="3867150" cy="374924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 hasCustomPrompt="1"/>
          </p:nvPr>
        </p:nvSpPr>
        <p:spPr>
          <a:xfrm>
            <a:off x="4648200" y="883086"/>
            <a:ext cx="3867150" cy="374924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78EE3940-AE51-425E-A374-7F269534C5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70766" y="112735"/>
            <a:ext cx="7697245" cy="569934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cxnSp>
        <p:nvCxnSpPr>
          <p:cNvPr id="10" name="Conector Reto 2">
            <a:extLst>
              <a:ext uri="{FF2B5EF4-FFF2-40B4-BE49-F238E27FC236}">
                <a16:creationId xmlns:a16="http://schemas.microsoft.com/office/drawing/2014/main" id="{FBA56684-365A-4994-98AE-18C21E9D6797}"/>
              </a:ext>
            </a:extLst>
          </p:cNvPr>
          <p:cNvCxnSpPr/>
          <p:nvPr userDrawn="1"/>
        </p:nvCxnSpPr>
        <p:spPr>
          <a:xfrm>
            <a:off x="965593" y="685781"/>
            <a:ext cx="7675487" cy="10"/>
          </a:xfrm>
          <a:prstGeom prst="line">
            <a:avLst/>
          </a:prstGeom>
          <a:ln w="28575">
            <a:solidFill>
              <a:srgbClr val="002060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539551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Conector Reto 2">
            <a:extLst>
              <a:ext uri="{FF2B5EF4-FFF2-40B4-BE49-F238E27FC236}">
                <a16:creationId xmlns:a16="http://schemas.microsoft.com/office/drawing/2014/main" id="{FBCBEC26-2ADD-479F-A36A-293A1DFB0514}"/>
              </a:ext>
            </a:extLst>
          </p:cNvPr>
          <p:cNvCxnSpPr/>
          <p:nvPr userDrawn="1"/>
        </p:nvCxnSpPr>
        <p:spPr>
          <a:xfrm>
            <a:off x="965593" y="685781"/>
            <a:ext cx="7675487" cy="10"/>
          </a:xfrm>
          <a:prstGeom prst="line">
            <a:avLst/>
          </a:prstGeom>
          <a:ln w="28575">
            <a:solidFill>
              <a:srgbClr val="002060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6488362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1183483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 preserve="1">
  <p:cSld name="Title">
    <p:bg>
      <p:bgPr>
        <a:solidFill>
          <a:schemeClr val="bg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"/>
          <p:cNvSpPr txBox="1">
            <a:spLocks noGrp="1"/>
          </p:cNvSpPr>
          <p:nvPr>
            <p:ph type="ctrTitle"/>
          </p:nvPr>
        </p:nvSpPr>
        <p:spPr>
          <a:xfrm>
            <a:off x="685800" y="1991825"/>
            <a:ext cx="5265000" cy="115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1844461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2167904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E970A3-1965-40C7-8B88-CEA08CEC63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375"/>
            <a:ext cx="6858000" cy="17907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97073DA-BAB4-4407-82A3-8283D854C4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926"/>
            <a:ext cx="6858000" cy="12414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8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2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EE596E1-E056-4BE4-9C2D-4064B888667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4"/>
            <a:ext cx="20574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CCDD559-2037-4107-BDE7-64DDA7A4E7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4"/>
            <a:ext cx="30861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C842E7C-0068-4C68-993E-FC7F4BEFC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4"/>
            <a:ext cx="2057400" cy="274637"/>
          </a:xfrm>
          <a:prstGeom prst="rect">
            <a:avLst/>
          </a:prstGeom>
        </p:spPr>
        <p:txBody>
          <a:bodyPr/>
          <a:lstStyle/>
          <a:p>
            <a:fld id="{70762D7C-B095-46E1-8BDD-3106C898DD5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0654407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AA0EEB-4626-4348-8120-3401805363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4639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8EF84E1-91B1-4064-8368-1284C4EBF1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70013"/>
            <a:ext cx="7886700" cy="32623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4FA6E08-5AFF-471B-AE89-83AC2B99C40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4"/>
            <a:ext cx="20574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1FD1392-862B-4647-ACD4-30F187E6A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4"/>
            <a:ext cx="30861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D24D2D3-6A37-4410-9830-0803F90972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4"/>
            <a:ext cx="2057400" cy="274637"/>
          </a:xfrm>
          <a:prstGeom prst="rect">
            <a:avLst/>
          </a:prstGeom>
        </p:spPr>
        <p:txBody>
          <a:bodyPr/>
          <a:lstStyle/>
          <a:p>
            <a:fld id="{70762D7C-B095-46E1-8BDD-3106C898DD5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1528791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FB459D-0B63-4DEE-9099-8F6DBCE55B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4639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34B28A2-45DC-413D-9272-44158B4B5F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70013"/>
            <a:ext cx="3867150" cy="32623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82C5933-B921-40F0-A2E3-63FF21A565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370013"/>
            <a:ext cx="3867150" cy="32623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D6CDCB1-1A19-462D-855A-3733CACF012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4"/>
            <a:ext cx="20574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A99B034-54B6-4524-B724-B93A39CE5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4"/>
            <a:ext cx="30861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EC38795-7C4E-4BAC-BE5E-10FF519DC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4"/>
            <a:ext cx="2057400" cy="274637"/>
          </a:xfrm>
          <a:prstGeom prst="rect">
            <a:avLst/>
          </a:prstGeom>
        </p:spPr>
        <p:txBody>
          <a:bodyPr/>
          <a:lstStyle/>
          <a:p>
            <a:fld id="{70762D7C-B095-46E1-8BDD-3106C898DD5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2609562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35D73F-79D4-4E78-B363-D0BB759D0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4639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711D9A9-EA49-4B93-805B-DE1DFB8E24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4"/>
            <a:ext cx="20574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EC25406-6D5A-4EBE-8813-C182B959EB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4"/>
            <a:ext cx="30861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D39C440C-4283-4610-8299-4EA64A80B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4"/>
            <a:ext cx="2057400" cy="274637"/>
          </a:xfrm>
          <a:prstGeom prst="rect">
            <a:avLst/>
          </a:prstGeom>
        </p:spPr>
        <p:txBody>
          <a:bodyPr/>
          <a:lstStyle/>
          <a:p>
            <a:fld id="{70762D7C-B095-46E1-8BDD-3106C898DD5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781845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4434753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type="twoColTx">
  <p:cSld name="Title + 2 columns"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7"/>
          <p:cNvSpPr txBox="1">
            <a:spLocks noGrp="1"/>
          </p:cNvSpPr>
          <p:nvPr>
            <p:ph type="title"/>
          </p:nvPr>
        </p:nvSpPr>
        <p:spPr>
          <a:xfrm>
            <a:off x="1320025" y="866525"/>
            <a:ext cx="6455700" cy="668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342" name="Google Shape;342;p7"/>
          <p:cNvSpPr txBox="1">
            <a:spLocks noGrp="1"/>
          </p:cNvSpPr>
          <p:nvPr>
            <p:ph type="body" idx="1"/>
          </p:nvPr>
        </p:nvSpPr>
        <p:spPr>
          <a:xfrm>
            <a:off x="1320025" y="1582625"/>
            <a:ext cx="3133500" cy="295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189" lvl="0" indent="-342892">
              <a:spcBef>
                <a:spcPts val="600"/>
              </a:spcBef>
              <a:spcAft>
                <a:spcPts val="0"/>
              </a:spcAft>
              <a:buSzPts val="1800"/>
              <a:buChar char="◂"/>
              <a:defRPr sz="1800"/>
            </a:lvl1pPr>
            <a:lvl2pPr marL="914378" lvl="1" indent="-342892">
              <a:spcBef>
                <a:spcPts val="0"/>
              </a:spcBef>
              <a:spcAft>
                <a:spcPts val="0"/>
              </a:spcAft>
              <a:buSzPts val="1800"/>
              <a:buChar char="◂"/>
              <a:defRPr sz="1800"/>
            </a:lvl2pPr>
            <a:lvl3pPr marL="1371566" lvl="2" indent="-342892">
              <a:spcBef>
                <a:spcPts val="0"/>
              </a:spcBef>
              <a:spcAft>
                <a:spcPts val="0"/>
              </a:spcAft>
              <a:buSzPts val="1800"/>
              <a:buChar char="◂"/>
              <a:defRPr sz="1800"/>
            </a:lvl3pPr>
            <a:lvl4pPr marL="1828754" lvl="3" indent="-342892">
              <a:spcBef>
                <a:spcPts val="0"/>
              </a:spcBef>
              <a:spcAft>
                <a:spcPts val="0"/>
              </a:spcAft>
              <a:buSzPts val="1800"/>
              <a:buChar char="◂"/>
              <a:defRPr sz="1800"/>
            </a:lvl4pPr>
            <a:lvl5pPr marL="2285943" lvl="4" indent="-342892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marL="2743132" lvl="5" indent="-342892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marL="3200320" lvl="6" indent="-342892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marL="3657509" lvl="7" indent="-342892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marL="4114697" lvl="8" indent="-342892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>
            <a:endParaRPr/>
          </a:p>
        </p:txBody>
      </p:sp>
      <p:sp>
        <p:nvSpPr>
          <p:cNvPr id="343" name="Google Shape;343;p7"/>
          <p:cNvSpPr txBox="1">
            <a:spLocks noGrp="1"/>
          </p:cNvSpPr>
          <p:nvPr>
            <p:ph type="body" idx="2"/>
          </p:nvPr>
        </p:nvSpPr>
        <p:spPr>
          <a:xfrm>
            <a:off x="4642177" y="1582625"/>
            <a:ext cx="3133500" cy="295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189" lvl="0" indent="-342892">
              <a:spcBef>
                <a:spcPts val="600"/>
              </a:spcBef>
              <a:spcAft>
                <a:spcPts val="0"/>
              </a:spcAft>
              <a:buSzPts val="1800"/>
              <a:buChar char="◂"/>
              <a:defRPr sz="1800"/>
            </a:lvl1pPr>
            <a:lvl2pPr marL="914378" lvl="1" indent="-342892">
              <a:spcBef>
                <a:spcPts val="0"/>
              </a:spcBef>
              <a:spcAft>
                <a:spcPts val="0"/>
              </a:spcAft>
              <a:buSzPts val="1800"/>
              <a:buChar char="◂"/>
              <a:defRPr sz="1800"/>
            </a:lvl2pPr>
            <a:lvl3pPr marL="1371566" lvl="2" indent="-342892">
              <a:spcBef>
                <a:spcPts val="0"/>
              </a:spcBef>
              <a:spcAft>
                <a:spcPts val="0"/>
              </a:spcAft>
              <a:buSzPts val="1800"/>
              <a:buChar char="◂"/>
              <a:defRPr sz="1800"/>
            </a:lvl3pPr>
            <a:lvl4pPr marL="1828754" lvl="3" indent="-342892">
              <a:spcBef>
                <a:spcPts val="0"/>
              </a:spcBef>
              <a:spcAft>
                <a:spcPts val="0"/>
              </a:spcAft>
              <a:buSzPts val="1800"/>
              <a:buChar char="◂"/>
              <a:defRPr sz="1800"/>
            </a:lvl4pPr>
            <a:lvl5pPr marL="2285943" lvl="4" indent="-342892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marL="2743132" lvl="5" indent="-342892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marL="3200320" lvl="6" indent="-342892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marL="3657509" lvl="7" indent="-342892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marL="4114697" lvl="8" indent="-342892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>
            <a:endParaRPr/>
          </a:p>
        </p:txBody>
      </p:sp>
      <p:sp>
        <p:nvSpPr>
          <p:cNvPr id="344" name="Google Shape;344;p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algn="r"/>
            <a:fld id="{00000000-1234-1234-1234-123412341234}" type="slidenum">
              <a:rPr lang="pt-BR" smtClean="0"/>
              <a:pPr algn="r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3797907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5683755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81510071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10038" y="65127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23888" y="3442099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89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7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4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</p:spTree>
    <p:extLst>
      <p:ext uri="{BB962C8B-B14F-4D97-AF65-F5344CB8AC3E}">
        <p14:creationId xmlns:p14="http://schemas.microsoft.com/office/powerpoint/2010/main" val="388466190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7467778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E970A3-1965-40C7-8B88-CEA08CEC63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375"/>
            <a:ext cx="6858000" cy="17907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97073DA-BAB4-4407-82A3-8283D854C4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925"/>
            <a:ext cx="6858000" cy="12414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EE596E1-E056-4BE4-9C2D-4064B888667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CCDD559-2037-4107-BDE7-64DDA7A4E7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C842E7C-0068-4C68-993E-FC7F4BEFC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fld id="{70762D7C-B095-46E1-8BDD-3106C898DD5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03617280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AA0EEB-4626-4348-8120-3401805363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8EF84E1-91B1-4064-8368-1284C4EBF1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70013"/>
            <a:ext cx="7886700" cy="32623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4FA6E08-5AFF-471B-AE89-83AC2B99C40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1FD1392-862B-4647-ACD4-30F187E6A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D24D2D3-6A37-4410-9830-0803F90972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fld id="{70762D7C-B095-46E1-8BDD-3106C898DD5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68318772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FB459D-0B63-4DEE-9099-8F6DBCE55B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34B28A2-45DC-413D-9272-44158B4B5F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70013"/>
            <a:ext cx="3867150" cy="32623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82C5933-B921-40F0-A2E3-63FF21A565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370013"/>
            <a:ext cx="3867150" cy="32623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D6CDCB1-1A19-462D-855A-3733CACF012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A99B034-54B6-4524-B724-B93A39CE5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EC38795-7C4E-4BAC-BE5E-10FF519DC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fld id="{70762D7C-B095-46E1-8BDD-3106C898DD5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0471557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35D73F-79D4-4E78-B363-D0BB759D0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711D9A9-EA49-4B93-805B-DE1DFB8E24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EC25406-6D5A-4EBE-8813-C182B959EB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D39C440C-4283-4610-8299-4EA64A80B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fld id="{70762D7C-B095-46E1-8BDD-3106C898DD5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96401527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43694301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bg>
      <p:bgPr>
        <a:solidFill>
          <a:schemeClr val="bg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"/>
          <p:cNvSpPr txBox="1">
            <a:spLocks noGrp="1"/>
          </p:cNvSpPr>
          <p:nvPr>
            <p:ph type="ctrTitle"/>
          </p:nvPr>
        </p:nvSpPr>
        <p:spPr>
          <a:xfrm>
            <a:off x="685800" y="1991825"/>
            <a:ext cx="5265000" cy="115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2855780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type="twoColTx">
  <p:cSld name="Title + 2 columns"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7"/>
          <p:cNvSpPr txBox="1">
            <a:spLocks noGrp="1"/>
          </p:cNvSpPr>
          <p:nvPr>
            <p:ph type="title"/>
          </p:nvPr>
        </p:nvSpPr>
        <p:spPr>
          <a:xfrm>
            <a:off x="1320025" y="866525"/>
            <a:ext cx="6455700" cy="668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342" name="Google Shape;342;p7"/>
          <p:cNvSpPr txBox="1">
            <a:spLocks noGrp="1"/>
          </p:cNvSpPr>
          <p:nvPr>
            <p:ph type="body" idx="1"/>
          </p:nvPr>
        </p:nvSpPr>
        <p:spPr>
          <a:xfrm>
            <a:off x="1320025" y="1582625"/>
            <a:ext cx="3133500" cy="295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600"/>
              </a:spcBef>
              <a:spcAft>
                <a:spcPts val="0"/>
              </a:spcAft>
              <a:buSzPts val="1800"/>
              <a:buChar char="◂"/>
              <a:defRPr sz="1800"/>
            </a:lvl1pPr>
            <a:lvl2pPr marL="914400" lvl="1" indent="-342900">
              <a:spcBef>
                <a:spcPts val="0"/>
              </a:spcBef>
              <a:spcAft>
                <a:spcPts val="0"/>
              </a:spcAft>
              <a:buSzPts val="1800"/>
              <a:buChar char="◂"/>
              <a:defRPr sz="1800"/>
            </a:lvl2pPr>
            <a:lvl3pPr marL="1371600" lvl="2" indent="-342900">
              <a:spcBef>
                <a:spcPts val="0"/>
              </a:spcBef>
              <a:spcAft>
                <a:spcPts val="0"/>
              </a:spcAft>
              <a:buSzPts val="1800"/>
              <a:buChar char="◂"/>
              <a:defRPr sz="1800"/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SzPts val="1800"/>
              <a:buChar char="◂"/>
              <a:defRPr sz="1800"/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>
            <a:endParaRPr/>
          </a:p>
        </p:txBody>
      </p:sp>
      <p:sp>
        <p:nvSpPr>
          <p:cNvPr id="343" name="Google Shape;343;p7"/>
          <p:cNvSpPr txBox="1">
            <a:spLocks noGrp="1"/>
          </p:cNvSpPr>
          <p:nvPr>
            <p:ph type="body" idx="2"/>
          </p:nvPr>
        </p:nvSpPr>
        <p:spPr>
          <a:xfrm>
            <a:off x="4642177" y="1582625"/>
            <a:ext cx="3133500" cy="295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600"/>
              </a:spcBef>
              <a:spcAft>
                <a:spcPts val="0"/>
              </a:spcAft>
              <a:buSzPts val="1800"/>
              <a:buChar char="◂"/>
              <a:defRPr sz="1800"/>
            </a:lvl1pPr>
            <a:lvl2pPr marL="914400" lvl="1" indent="-342900">
              <a:spcBef>
                <a:spcPts val="0"/>
              </a:spcBef>
              <a:spcAft>
                <a:spcPts val="0"/>
              </a:spcAft>
              <a:buSzPts val="1800"/>
              <a:buChar char="◂"/>
              <a:defRPr sz="1800"/>
            </a:lvl2pPr>
            <a:lvl3pPr marL="1371600" lvl="2" indent="-342900">
              <a:spcBef>
                <a:spcPts val="0"/>
              </a:spcBef>
              <a:spcAft>
                <a:spcPts val="0"/>
              </a:spcAft>
              <a:buSzPts val="1800"/>
              <a:buChar char="◂"/>
              <a:defRPr sz="1800"/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SzPts val="1800"/>
              <a:buChar char="◂"/>
              <a:defRPr sz="1800"/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>
            <a:endParaRPr/>
          </a:p>
        </p:txBody>
      </p:sp>
      <p:sp>
        <p:nvSpPr>
          <p:cNvPr id="344" name="Google Shape;344;p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6824640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04754083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96580358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10038" y="651273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</p:spTree>
    <p:extLst>
      <p:ext uri="{BB962C8B-B14F-4D97-AF65-F5344CB8AC3E}">
        <p14:creationId xmlns:p14="http://schemas.microsoft.com/office/powerpoint/2010/main" val="3281803400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E970A3-1965-40C7-8B88-CEA08CEC63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375"/>
            <a:ext cx="6858000" cy="17907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97073DA-BAB4-4407-82A3-8283D854C4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925"/>
            <a:ext cx="6858000" cy="12414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EE596E1-E056-4BE4-9C2D-4064B888667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CCDD559-2037-4107-BDE7-64DDA7A4E7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C842E7C-0068-4C68-993E-FC7F4BEFC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fld id="{70762D7C-B095-46E1-8BDD-3106C898DD5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8101457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AA0EEB-4626-4348-8120-3401805363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8EF84E1-91B1-4064-8368-1284C4EBF1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70013"/>
            <a:ext cx="7886700" cy="32623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4FA6E08-5AFF-471B-AE89-83AC2B99C40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1FD1392-862B-4647-ACD4-30F187E6A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D24D2D3-6A37-4410-9830-0803F90972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fld id="{70762D7C-B095-46E1-8BDD-3106C898DD5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4994710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FB459D-0B63-4DEE-9099-8F6DBCE55B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34B28A2-45DC-413D-9272-44158B4B5F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70013"/>
            <a:ext cx="3867150" cy="32623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82C5933-B921-40F0-A2E3-63FF21A565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370013"/>
            <a:ext cx="3867150" cy="32623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D6CDCB1-1A19-462D-855A-3733CACF012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A99B034-54B6-4524-B724-B93A39CE5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EC38795-7C4E-4BAC-BE5E-10FF519DC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fld id="{70762D7C-B095-46E1-8BDD-3106C898DD5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56980762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35D73F-79D4-4E78-B363-D0BB759D0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711D9A9-EA49-4B93-805B-DE1DFB8E24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EC25406-6D5A-4EBE-8813-C182B959EB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D39C440C-4283-4610-8299-4EA64A80B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fld id="{70762D7C-B095-46E1-8BDD-3106C898DD5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84110483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58416626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bg>
      <p:bgPr>
        <a:solidFill>
          <a:schemeClr val="bg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"/>
          <p:cNvSpPr txBox="1">
            <a:spLocks noGrp="1"/>
          </p:cNvSpPr>
          <p:nvPr>
            <p:ph type="ctrTitle"/>
          </p:nvPr>
        </p:nvSpPr>
        <p:spPr>
          <a:xfrm>
            <a:off x="685800" y="1991825"/>
            <a:ext cx="5265000" cy="115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30752864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type="twoColTx">
  <p:cSld name="Title + 2 columns"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7"/>
          <p:cNvSpPr txBox="1">
            <a:spLocks noGrp="1"/>
          </p:cNvSpPr>
          <p:nvPr>
            <p:ph type="title"/>
          </p:nvPr>
        </p:nvSpPr>
        <p:spPr>
          <a:xfrm>
            <a:off x="1320025" y="866525"/>
            <a:ext cx="6455700" cy="668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342" name="Google Shape;342;p7"/>
          <p:cNvSpPr txBox="1">
            <a:spLocks noGrp="1"/>
          </p:cNvSpPr>
          <p:nvPr>
            <p:ph type="body" idx="1"/>
          </p:nvPr>
        </p:nvSpPr>
        <p:spPr>
          <a:xfrm>
            <a:off x="1320025" y="1582625"/>
            <a:ext cx="3133500" cy="295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600"/>
              </a:spcBef>
              <a:spcAft>
                <a:spcPts val="0"/>
              </a:spcAft>
              <a:buSzPts val="1800"/>
              <a:buChar char="◂"/>
              <a:defRPr sz="1800"/>
            </a:lvl1pPr>
            <a:lvl2pPr marL="914400" lvl="1" indent="-342900">
              <a:spcBef>
                <a:spcPts val="0"/>
              </a:spcBef>
              <a:spcAft>
                <a:spcPts val="0"/>
              </a:spcAft>
              <a:buSzPts val="1800"/>
              <a:buChar char="◂"/>
              <a:defRPr sz="1800"/>
            </a:lvl2pPr>
            <a:lvl3pPr marL="1371600" lvl="2" indent="-342900">
              <a:spcBef>
                <a:spcPts val="0"/>
              </a:spcBef>
              <a:spcAft>
                <a:spcPts val="0"/>
              </a:spcAft>
              <a:buSzPts val="1800"/>
              <a:buChar char="◂"/>
              <a:defRPr sz="1800"/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SzPts val="1800"/>
              <a:buChar char="◂"/>
              <a:defRPr sz="1800"/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>
            <a:endParaRPr/>
          </a:p>
        </p:txBody>
      </p:sp>
      <p:sp>
        <p:nvSpPr>
          <p:cNvPr id="343" name="Google Shape;343;p7"/>
          <p:cNvSpPr txBox="1">
            <a:spLocks noGrp="1"/>
          </p:cNvSpPr>
          <p:nvPr>
            <p:ph type="body" idx="2"/>
          </p:nvPr>
        </p:nvSpPr>
        <p:spPr>
          <a:xfrm>
            <a:off x="4642177" y="1582625"/>
            <a:ext cx="3133500" cy="295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600"/>
              </a:spcBef>
              <a:spcAft>
                <a:spcPts val="0"/>
              </a:spcAft>
              <a:buSzPts val="1800"/>
              <a:buChar char="◂"/>
              <a:defRPr sz="1800"/>
            </a:lvl1pPr>
            <a:lvl2pPr marL="914400" lvl="1" indent="-342900">
              <a:spcBef>
                <a:spcPts val="0"/>
              </a:spcBef>
              <a:spcAft>
                <a:spcPts val="0"/>
              </a:spcAft>
              <a:buSzPts val="1800"/>
              <a:buChar char="◂"/>
              <a:defRPr sz="1800"/>
            </a:lvl2pPr>
            <a:lvl3pPr marL="1371600" lvl="2" indent="-342900">
              <a:spcBef>
                <a:spcPts val="0"/>
              </a:spcBef>
              <a:spcAft>
                <a:spcPts val="0"/>
              </a:spcAft>
              <a:buSzPts val="1800"/>
              <a:buChar char="◂"/>
              <a:defRPr sz="1800"/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SzPts val="1800"/>
              <a:buChar char="◂"/>
              <a:defRPr sz="1800"/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>
            <a:endParaRPr/>
          </a:p>
        </p:txBody>
      </p:sp>
      <p:sp>
        <p:nvSpPr>
          <p:cNvPr id="344" name="Google Shape;344;p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3391506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80045830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10038" y="651273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</p:spTree>
    <p:extLst>
      <p:ext uri="{BB962C8B-B14F-4D97-AF65-F5344CB8AC3E}">
        <p14:creationId xmlns:p14="http://schemas.microsoft.com/office/powerpoint/2010/main" val="433057274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E970A3-1965-40C7-8B88-CEA08CEC63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375"/>
            <a:ext cx="6858000" cy="17907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97073DA-BAB4-4407-82A3-8283D854C4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925"/>
            <a:ext cx="6858000" cy="12414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EE596E1-E056-4BE4-9C2D-4064B888667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CCDD559-2037-4107-BDE7-64DDA7A4E7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C842E7C-0068-4C68-993E-FC7F4BEFC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fld id="{70762D7C-B095-46E1-8BDD-3106C898DD5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40988640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AA0EEB-4626-4348-8120-3401805363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8EF84E1-91B1-4064-8368-1284C4EBF1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70013"/>
            <a:ext cx="7886700" cy="32623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4FA6E08-5AFF-471B-AE89-83AC2B99C40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1FD1392-862B-4647-ACD4-30F187E6A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D24D2D3-6A37-4410-9830-0803F90972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fld id="{70762D7C-B095-46E1-8BDD-3106C898DD5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53033759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FB459D-0B63-4DEE-9099-8F6DBCE55B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34B28A2-45DC-413D-9272-44158B4B5F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70013"/>
            <a:ext cx="3867150" cy="32623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82C5933-B921-40F0-A2E3-63FF21A565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370013"/>
            <a:ext cx="3867150" cy="32623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D6CDCB1-1A19-462D-855A-3733CACF012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A99B034-54B6-4524-B724-B93A39CE5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EC38795-7C4E-4BAC-BE5E-10FF519DC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fld id="{70762D7C-B095-46E1-8BDD-3106C898DD5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58777931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35D73F-79D4-4E78-B363-D0BB759D0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711D9A9-EA49-4B93-805B-DE1DFB8E24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EC25406-6D5A-4EBE-8813-C182B959EB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D39C440C-4283-4610-8299-4EA64A80B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fld id="{70762D7C-B095-46E1-8BDD-3106C898DD5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89458695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10324626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bg>
      <p:bgPr>
        <a:solidFill>
          <a:schemeClr val="bg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"/>
          <p:cNvSpPr txBox="1">
            <a:spLocks noGrp="1"/>
          </p:cNvSpPr>
          <p:nvPr>
            <p:ph type="ctrTitle"/>
          </p:nvPr>
        </p:nvSpPr>
        <p:spPr>
          <a:xfrm>
            <a:off x="685800" y="1991825"/>
            <a:ext cx="5265000" cy="115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57829285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type="twoColTx">
  <p:cSld name="Title + 2 columns"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7"/>
          <p:cNvSpPr txBox="1">
            <a:spLocks noGrp="1"/>
          </p:cNvSpPr>
          <p:nvPr>
            <p:ph type="title"/>
          </p:nvPr>
        </p:nvSpPr>
        <p:spPr>
          <a:xfrm>
            <a:off x="1320025" y="866525"/>
            <a:ext cx="6455700" cy="668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342" name="Google Shape;342;p7"/>
          <p:cNvSpPr txBox="1">
            <a:spLocks noGrp="1"/>
          </p:cNvSpPr>
          <p:nvPr>
            <p:ph type="body" idx="1"/>
          </p:nvPr>
        </p:nvSpPr>
        <p:spPr>
          <a:xfrm>
            <a:off x="1320025" y="1582625"/>
            <a:ext cx="3133500" cy="295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600"/>
              </a:spcBef>
              <a:spcAft>
                <a:spcPts val="0"/>
              </a:spcAft>
              <a:buSzPts val="1800"/>
              <a:buChar char="◂"/>
              <a:defRPr sz="1800"/>
            </a:lvl1pPr>
            <a:lvl2pPr marL="914400" lvl="1" indent="-342900">
              <a:spcBef>
                <a:spcPts val="0"/>
              </a:spcBef>
              <a:spcAft>
                <a:spcPts val="0"/>
              </a:spcAft>
              <a:buSzPts val="1800"/>
              <a:buChar char="◂"/>
              <a:defRPr sz="1800"/>
            </a:lvl2pPr>
            <a:lvl3pPr marL="1371600" lvl="2" indent="-342900">
              <a:spcBef>
                <a:spcPts val="0"/>
              </a:spcBef>
              <a:spcAft>
                <a:spcPts val="0"/>
              </a:spcAft>
              <a:buSzPts val="1800"/>
              <a:buChar char="◂"/>
              <a:defRPr sz="1800"/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SzPts val="1800"/>
              <a:buChar char="◂"/>
              <a:defRPr sz="1800"/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>
            <a:endParaRPr/>
          </a:p>
        </p:txBody>
      </p:sp>
      <p:sp>
        <p:nvSpPr>
          <p:cNvPr id="343" name="Google Shape;343;p7"/>
          <p:cNvSpPr txBox="1">
            <a:spLocks noGrp="1"/>
          </p:cNvSpPr>
          <p:nvPr>
            <p:ph type="body" idx="2"/>
          </p:nvPr>
        </p:nvSpPr>
        <p:spPr>
          <a:xfrm>
            <a:off x="4642177" y="1582625"/>
            <a:ext cx="3133500" cy="295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600"/>
              </a:spcBef>
              <a:spcAft>
                <a:spcPts val="0"/>
              </a:spcAft>
              <a:buSzPts val="1800"/>
              <a:buChar char="◂"/>
              <a:defRPr sz="1800"/>
            </a:lvl1pPr>
            <a:lvl2pPr marL="914400" lvl="1" indent="-342900">
              <a:spcBef>
                <a:spcPts val="0"/>
              </a:spcBef>
              <a:spcAft>
                <a:spcPts val="0"/>
              </a:spcAft>
              <a:buSzPts val="1800"/>
              <a:buChar char="◂"/>
              <a:defRPr sz="1800"/>
            </a:lvl2pPr>
            <a:lvl3pPr marL="1371600" lvl="2" indent="-342900">
              <a:spcBef>
                <a:spcPts val="0"/>
              </a:spcBef>
              <a:spcAft>
                <a:spcPts val="0"/>
              </a:spcAft>
              <a:buSzPts val="1800"/>
              <a:buChar char="◂"/>
              <a:defRPr sz="1800"/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SzPts val="1800"/>
              <a:buChar char="◂"/>
              <a:defRPr sz="1800"/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>
            <a:endParaRPr/>
          </a:p>
        </p:txBody>
      </p:sp>
      <p:sp>
        <p:nvSpPr>
          <p:cNvPr id="344" name="Google Shape;344;p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56441618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9481042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038990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4.xml"/><Relationship Id="rId3" Type="http://schemas.openxmlformats.org/officeDocument/2006/relationships/slideLayout" Target="../slideLayouts/slideLayout9.xml"/><Relationship Id="rId7" Type="http://schemas.openxmlformats.org/officeDocument/2006/relationships/slideLayout" Target="../slideLayouts/slideLayout13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11" Type="http://schemas.openxmlformats.org/officeDocument/2006/relationships/image" Target="../media/image1.jpeg"/><Relationship Id="rId5" Type="http://schemas.openxmlformats.org/officeDocument/2006/relationships/slideLayout" Target="../slideLayouts/slideLayout11.xml"/><Relationship Id="rId10" Type="http://schemas.openxmlformats.org/officeDocument/2006/relationships/theme" Target="../theme/theme2.xml"/><Relationship Id="rId4" Type="http://schemas.openxmlformats.org/officeDocument/2006/relationships/slideLayout" Target="../slideLayouts/slideLayout10.xml"/><Relationship Id="rId9" Type="http://schemas.openxmlformats.org/officeDocument/2006/relationships/slideLayout" Target="../slideLayouts/slideLayout15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theme" Target="../theme/theme3.xm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5" Type="http://schemas.openxmlformats.org/officeDocument/2006/relationships/slideLayout" Target="../slideLayouts/slideLayout20.xml"/><Relationship Id="rId10" Type="http://schemas.openxmlformats.org/officeDocument/2006/relationships/image" Target="../media/image3.png"/><Relationship Id="rId4" Type="http://schemas.openxmlformats.org/officeDocument/2006/relationships/slideLayout" Target="../slideLayouts/slideLayout19.xml"/><Relationship Id="rId9" Type="http://schemas.openxmlformats.org/officeDocument/2006/relationships/image" Target="../media/image2.pn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theme" Target="../theme/theme4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7.xml"/><Relationship Id="rId10" Type="http://schemas.openxmlformats.org/officeDocument/2006/relationships/image" Target="../media/image3.png"/><Relationship Id="rId4" Type="http://schemas.openxmlformats.org/officeDocument/2006/relationships/slideLayout" Target="../slideLayouts/slideLayout26.xml"/><Relationship Id="rId9" Type="http://schemas.openxmlformats.org/officeDocument/2006/relationships/image" Target="../media/image2.png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2.xml"/><Relationship Id="rId7" Type="http://schemas.openxmlformats.org/officeDocument/2006/relationships/slideLayout" Target="../slideLayouts/slideLayout36.xml"/><Relationship Id="rId12" Type="http://schemas.openxmlformats.org/officeDocument/2006/relationships/image" Target="../media/image1.jpeg"/><Relationship Id="rId2" Type="http://schemas.openxmlformats.org/officeDocument/2006/relationships/slideLayout" Target="../slideLayouts/slideLayout31.xml"/><Relationship Id="rId1" Type="http://schemas.openxmlformats.org/officeDocument/2006/relationships/slideLayout" Target="../slideLayouts/slideLayout30.xml"/><Relationship Id="rId6" Type="http://schemas.openxmlformats.org/officeDocument/2006/relationships/slideLayout" Target="../slideLayouts/slideLayout35.xml"/><Relationship Id="rId11" Type="http://schemas.openxmlformats.org/officeDocument/2006/relationships/theme" Target="../theme/theme5.xml"/><Relationship Id="rId5" Type="http://schemas.openxmlformats.org/officeDocument/2006/relationships/slideLayout" Target="../slideLayouts/slideLayout34.xml"/><Relationship Id="rId10" Type="http://schemas.openxmlformats.org/officeDocument/2006/relationships/slideLayout" Target="../slideLayouts/slideLayout39.xml"/><Relationship Id="rId4" Type="http://schemas.openxmlformats.org/officeDocument/2006/relationships/slideLayout" Target="../slideLayouts/slideLayout33.xml"/><Relationship Id="rId9" Type="http://schemas.openxmlformats.org/officeDocument/2006/relationships/slideLayout" Target="../slideLayouts/slideLayout38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7.xml"/><Relationship Id="rId3" Type="http://schemas.openxmlformats.org/officeDocument/2006/relationships/slideLayout" Target="../slideLayouts/slideLayout42.xml"/><Relationship Id="rId7" Type="http://schemas.openxmlformats.org/officeDocument/2006/relationships/slideLayout" Target="../slideLayouts/slideLayout46.xml"/><Relationship Id="rId12" Type="http://schemas.openxmlformats.org/officeDocument/2006/relationships/image" Target="../media/image1.jpeg"/><Relationship Id="rId2" Type="http://schemas.openxmlformats.org/officeDocument/2006/relationships/slideLayout" Target="../slideLayouts/slideLayout41.xml"/><Relationship Id="rId1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5.xml"/><Relationship Id="rId11" Type="http://schemas.openxmlformats.org/officeDocument/2006/relationships/theme" Target="../theme/theme6.xml"/><Relationship Id="rId5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9.xml"/><Relationship Id="rId4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8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7.xml"/><Relationship Id="rId3" Type="http://schemas.openxmlformats.org/officeDocument/2006/relationships/slideLayout" Target="../slideLayouts/slideLayout52.xml"/><Relationship Id="rId7" Type="http://schemas.openxmlformats.org/officeDocument/2006/relationships/slideLayout" Target="../slideLayouts/slideLayout56.xml"/><Relationship Id="rId2" Type="http://schemas.openxmlformats.org/officeDocument/2006/relationships/slideLayout" Target="../slideLayouts/slideLayout51.xml"/><Relationship Id="rId1" Type="http://schemas.openxmlformats.org/officeDocument/2006/relationships/slideLayout" Target="../slideLayouts/slideLayout50.xml"/><Relationship Id="rId6" Type="http://schemas.openxmlformats.org/officeDocument/2006/relationships/slideLayout" Target="../slideLayouts/slideLayout55.xml"/><Relationship Id="rId11" Type="http://schemas.openxmlformats.org/officeDocument/2006/relationships/image" Target="../media/image1.jpeg"/><Relationship Id="rId5" Type="http://schemas.openxmlformats.org/officeDocument/2006/relationships/slideLayout" Target="../slideLayouts/slideLayout54.xml"/><Relationship Id="rId10" Type="http://schemas.openxmlformats.org/officeDocument/2006/relationships/theme" Target="../theme/theme7.xml"/><Relationship Id="rId4" Type="http://schemas.openxmlformats.org/officeDocument/2006/relationships/slideLayout" Target="../slideLayouts/slideLayout53.xml"/><Relationship Id="rId9" Type="http://schemas.openxmlformats.org/officeDocument/2006/relationships/slideLayout" Target="../slideLayouts/slideLayout58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6.xml"/><Relationship Id="rId3" Type="http://schemas.openxmlformats.org/officeDocument/2006/relationships/slideLayout" Target="../slideLayouts/slideLayout61.xml"/><Relationship Id="rId7" Type="http://schemas.openxmlformats.org/officeDocument/2006/relationships/slideLayout" Target="../slideLayouts/slideLayout65.xml"/><Relationship Id="rId2" Type="http://schemas.openxmlformats.org/officeDocument/2006/relationships/slideLayout" Target="../slideLayouts/slideLayout60.xml"/><Relationship Id="rId1" Type="http://schemas.openxmlformats.org/officeDocument/2006/relationships/slideLayout" Target="../slideLayouts/slideLayout59.xml"/><Relationship Id="rId6" Type="http://schemas.openxmlformats.org/officeDocument/2006/relationships/slideLayout" Target="../slideLayouts/slideLayout64.xml"/><Relationship Id="rId11" Type="http://schemas.openxmlformats.org/officeDocument/2006/relationships/image" Target="../media/image1.jpeg"/><Relationship Id="rId5" Type="http://schemas.openxmlformats.org/officeDocument/2006/relationships/slideLayout" Target="../slideLayouts/slideLayout63.xml"/><Relationship Id="rId10" Type="http://schemas.openxmlformats.org/officeDocument/2006/relationships/theme" Target="../theme/theme8.xml"/><Relationship Id="rId4" Type="http://schemas.openxmlformats.org/officeDocument/2006/relationships/slideLayout" Target="../slideLayouts/slideLayout62.xml"/><Relationship Id="rId9" Type="http://schemas.openxmlformats.org/officeDocument/2006/relationships/slideLayout" Target="../slideLayouts/slideLayout6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ângulo 10">
            <a:extLst>
              <a:ext uri="{FF2B5EF4-FFF2-40B4-BE49-F238E27FC236}">
                <a16:creationId xmlns:a16="http://schemas.microsoft.com/office/drawing/2014/main" id="{032BF1A3-4844-4F3E-BC58-288EF4F68624}"/>
              </a:ext>
            </a:extLst>
          </p:cNvPr>
          <p:cNvSpPr/>
          <p:nvPr userDrawn="1"/>
        </p:nvSpPr>
        <p:spPr>
          <a:xfrm>
            <a:off x="-5302" y="4765610"/>
            <a:ext cx="9144000" cy="113507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14687055-DADE-49BD-B02A-667E7949D097}"/>
              </a:ext>
            </a:extLst>
          </p:cNvPr>
          <p:cNvSpPr/>
          <p:nvPr userDrawn="1"/>
        </p:nvSpPr>
        <p:spPr>
          <a:xfrm>
            <a:off x="0" y="4887068"/>
            <a:ext cx="9144000" cy="25143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5E72F5FA-DFFC-4B53-94BA-D7EE10B4C3DE}"/>
              </a:ext>
            </a:extLst>
          </p:cNvPr>
          <p:cNvSpPr/>
          <p:nvPr userDrawn="1"/>
        </p:nvSpPr>
        <p:spPr>
          <a:xfrm>
            <a:off x="7788648" y="4902457"/>
            <a:ext cx="1350050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100" dirty="0">
                <a:solidFill>
                  <a:schemeClr val="bg1"/>
                </a:solidFill>
              </a:rPr>
              <a:t>treinarecife.com.br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A367BCA5-88C9-405B-8F28-67F39104D45F}"/>
              </a:ext>
            </a:extLst>
          </p:cNvPr>
          <p:cNvSpPr/>
          <p:nvPr userDrawn="1"/>
        </p:nvSpPr>
        <p:spPr>
          <a:xfrm>
            <a:off x="0" y="4887068"/>
            <a:ext cx="225895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200" dirty="0">
                <a:solidFill>
                  <a:schemeClr val="bg1"/>
                </a:solidFill>
              </a:rPr>
              <a:t>Prof. Luiz Fernando Calábria©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E1DB5263-F56B-40D0-938C-66DD22E20C5B}"/>
              </a:ext>
            </a:extLst>
          </p:cNvPr>
          <p:cNvSpPr/>
          <p:nvPr userDrawn="1"/>
        </p:nvSpPr>
        <p:spPr>
          <a:xfrm>
            <a:off x="3822274" y="4889677"/>
            <a:ext cx="1141659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100">
                <a:solidFill>
                  <a:schemeClr val="bg1"/>
                </a:solidFill>
              </a:rPr>
              <a:t>@</a:t>
            </a:r>
            <a:r>
              <a:rPr lang="pt-BR" sz="1100" err="1">
                <a:solidFill>
                  <a:schemeClr val="bg1"/>
                </a:solidFill>
              </a:rPr>
              <a:t>treina_recife</a:t>
            </a:r>
            <a:endParaRPr lang="pt-BR" sz="1100">
              <a:solidFill>
                <a:schemeClr val="bg1"/>
              </a:solidFill>
            </a:endParaRPr>
          </a:p>
        </p:txBody>
      </p:sp>
      <p:cxnSp>
        <p:nvCxnSpPr>
          <p:cNvPr id="3" name="Conector reto 2">
            <a:extLst>
              <a:ext uri="{FF2B5EF4-FFF2-40B4-BE49-F238E27FC236}">
                <a16:creationId xmlns:a16="http://schemas.microsoft.com/office/drawing/2014/main" id="{5DF72620-CC94-48B2-9CA0-99175298C71C}"/>
              </a:ext>
            </a:extLst>
          </p:cNvPr>
          <p:cNvCxnSpPr>
            <a:cxnSpLocks/>
          </p:cNvCxnSpPr>
          <p:nvPr userDrawn="1"/>
        </p:nvCxnSpPr>
        <p:spPr>
          <a:xfrm>
            <a:off x="965593" y="685780"/>
            <a:ext cx="7675487" cy="10"/>
          </a:xfrm>
          <a:prstGeom prst="line">
            <a:avLst/>
          </a:prstGeom>
          <a:ln w="28575">
            <a:solidFill>
              <a:srgbClr val="002060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5" name="Imagem 4" descr="Uma imagem contendo texto, desenho&#10;&#10;Descrição gerada automaticamente">
            <a:extLst>
              <a:ext uri="{FF2B5EF4-FFF2-40B4-BE49-F238E27FC236}">
                <a16:creationId xmlns:a16="http://schemas.microsoft.com/office/drawing/2014/main" id="{46F6FD7A-155A-43A9-9503-34077F254F43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116840" y="58420"/>
            <a:ext cx="698500" cy="698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77100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70" r:id="rId3"/>
    <p:sldLayoutId id="2147483672" r:id="rId4"/>
    <p:sldLayoutId id="2147483673" r:id="rId5"/>
    <p:sldLayoutId id="2147483678" r:id="rId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ângulo 10">
            <a:extLst>
              <a:ext uri="{FF2B5EF4-FFF2-40B4-BE49-F238E27FC236}">
                <a16:creationId xmlns:a16="http://schemas.microsoft.com/office/drawing/2014/main" id="{032BF1A3-4844-4F3E-BC58-288EF4F68624}"/>
              </a:ext>
            </a:extLst>
          </p:cNvPr>
          <p:cNvSpPr/>
          <p:nvPr userDrawn="1"/>
        </p:nvSpPr>
        <p:spPr>
          <a:xfrm>
            <a:off x="-5302" y="4765610"/>
            <a:ext cx="9144000" cy="113507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14687055-DADE-49BD-B02A-667E7949D097}"/>
              </a:ext>
            </a:extLst>
          </p:cNvPr>
          <p:cNvSpPr/>
          <p:nvPr userDrawn="1"/>
        </p:nvSpPr>
        <p:spPr>
          <a:xfrm>
            <a:off x="0" y="4887068"/>
            <a:ext cx="9144000" cy="25143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5E72F5FA-DFFC-4B53-94BA-D7EE10B4C3DE}"/>
              </a:ext>
            </a:extLst>
          </p:cNvPr>
          <p:cNvSpPr/>
          <p:nvPr userDrawn="1"/>
        </p:nvSpPr>
        <p:spPr>
          <a:xfrm>
            <a:off x="7788648" y="4902457"/>
            <a:ext cx="1350050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100">
                <a:solidFill>
                  <a:schemeClr val="bg1"/>
                </a:solidFill>
              </a:rPr>
              <a:t>treinarecife.com.br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A367BCA5-88C9-405B-8F28-67F39104D45F}"/>
              </a:ext>
            </a:extLst>
          </p:cNvPr>
          <p:cNvSpPr/>
          <p:nvPr userDrawn="1"/>
        </p:nvSpPr>
        <p:spPr>
          <a:xfrm>
            <a:off x="0" y="4887068"/>
            <a:ext cx="2550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200">
                <a:solidFill>
                  <a:schemeClr val="bg1"/>
                </a:solidFill>
              </a:rPr>
              <a:t>Prof. ME Rogério Aguiar Teixeira©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E1DB5263-F56B-40D0-938C-66DD22E20C5B}"/>
              </a:ext>
            </a:extLst>
          </p:cNvPr>
          <p:cNvSpPr/>
          <p:nvPr userDrawn="1"/>
        </p:nvSpPr>
        <p:spPr>
          <a:xfrm>
            <a:off x="3822274" y="4889677"/>
            <a:ext cx="1141659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100">
                <a:solidFill>
                  <a:schemeClr val="bg1"/>
                </a:solidFill>
              </a:rPr>
              <a:t>@</a:t>
            </a:r>
            <a:r>
              <a:rPr lang="pt-BR" sz="1100" err="1">
                <a:solidFill>
                  <a:schemeClr val="bg1"/>
                </a:solidFill>
              </a:rPr>
              <a:t>treina_recife</a:t>
            </a:r>
            <a:endParaRPr lang="pt-BR" sz="1100">
              <a:solidFill>
                <a:schemeClr val="bg1"/>
              </a:solidFill>
            </a:endParaRPr>
          </a:p>
        </p:txBody>
      </p:sp>
      <p:pic>
        <p:nvPicPr>
          <p:cNvPr id="5" name="Imagem 4" descr="Uma imagem contendo texto, desenho&#10;&#10;Descrição gerada automaticamente">
            <a:extLst>
              <a:ext uri="{FF2B5EF4-FFF2-40B4-BE49-F238E27FC236}">
                <a16:creationId xmlns:a16="http://schemas.microsoft.com/office/drawing/2014/main" id="{46F6FD7A-155A-43A9-9503-34077F254F43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8291830" y="125875"/>
            <a:ext cx="698500" cy="698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6927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6" r:id="rId8"/>
    <p:sldLayoutId id="2147483707" r:id="rId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EACB779-9ED4-4CA3-AD7C-1B3921CA3D15}"/>
              </a:ext>
            </a:extLst>
          </p:cNvPr>
          <p:cNvSpPr/>
          <p:nvPr userDrawn="1"/>
        </p:nvSpPr>
        <p:spPr>
          <a:xfrm>
            <a:off x="0" y="4805506"/>
            <a:ext cx="9144000" cy="337268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800"/>
          </a:p>
        </p:txBody>
      </p:sp>
      <p:sp>
        <p:nvSpPr>
          <p:cNvPr id="11" name="Retângulo 10"/>
          <p:cNvSpPr/>
          <p:nvPr userDrawn="1"/>
        </p:nvSpPr>
        <p:spPr>
          <a:xfrm>
            <a:off x="0" y="4752912"/>
            <a:ext cx="9144000" cy="45719"/>
          </a:xfrm>
          <a:prstGeom prst="rect">
            <a:avLst/>
          </a:prstGeom>
          <a:solidFill>
            <a:srgbClr val="002060"/>
          </a:solidFill>
          <a:ln>
            <a:noFill/>
          </a:ln>
          <a:effectLst>
            <a:innerShdw blurRad="63500" dist="50800" dir="5400000">
              <a:prstClr val="black">
                <a:alpha val="50000"/>
              </a:prstClr>
            </a:inn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800"/>
          </a:p>
        </p:txBody>
      </p:sp>
      <p:sp>
        <p:nvSpPr>
          <p:cNvPr id="15" name="Retângulo 14"/>
          <p:cNvSpPr/>
          <p:nvPr userDrawn="1"/>
        </p:nvSpPr>
        <p:spPr>
          <a:xfrm>
            <a:off x="42929" y="4874433"/>
            <a:ext cx="6275561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050" b="1"/>
              <a:t>Prof. Rogério Aguiar – Gestão de Indicadores                                                         </a:t>
            </a:r>
            <a:r>
              <a:rPr lang="pt-BR" sz="1000" b="1">
                <a:solidFill>
                  <a:srgbClr val="002060"/>
                </a:solidFill>
              </a:rPr>
              <a:t>@treina_recife</a:t>
            </a:r>
          </a:p>
        </p:txBody>
      </p:sp>
      <p:pic>
        <p:nvPicPr>
          <p:cNvPr id="9" name="Imagem 6" descr="Uma imagem contendo objeto, relógio&#10;&#10;Descrição gerada com muito alta confiança">
            <a:extLst>
              <a:ext uri="{FF2B5EF4-FFF2-40B4-BE49-F238E27FC236}">
                <a16:creationId xmlns:a16="http://schemas.microsoft.com/office/drawing/2014/main" id="{20ED25C1-20A9-423A-B615-98F84AAD0F12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9632" y="4836335"/>
            <a:ext cx="1171439" cy="268931"/>
          </a:xfrm>
          <a:prstGeom prst="rect">
            <a:avLst/>
          </a:prstGeom>
          <a:effectLst>
            <a:outerShdw blurRad="1079500" dist="50800" dir="5400000" algn="ctr" rotWithShape="0">
              <a:srgbClr val="000000">
                <a:alpha val="0"/>
              </a:srgbClr>
            </a:outerShdw>
          </a:effectLst>
        </p:spPr>
      </p:pic>
      <p:cxnSp>
        <p:nvCxnSpPr>
          <p:cNvPr id="8" name="Conector Reto 2">
            <a:extLst>
              <a:ext uri="{FF2B5EF4-FFF2-40B4-BE49-F238E27FC236}">
                <a16:creationId xmlns:a16="http://schemas.microsoft.com/office/drawing/2014/main" id="{E8A7539D-EA4B-49C8-B485-9C98BFBABB28}"/>
              </a:ext>
            </a:extLst>
          </p:cNvPr>
          <p:cNvCxnSpPr>
            <a:cxnSpLocks/>
          </p:cNvCxnSpPr>
          <p:nvPr userDrawn="1"/>
        </p:nvCxnSpPr>
        <p:spPr>
          <a:xfrm>
            <a:off x="251520" y="685790"/>
            <a:ext cx="8389560" cy="0"/>
          </a:xfrm>
          <a:prstGeom prst="line">
            <a:avLst/>
          </a:prstGeom>
          <a:ln w="28575">
            <a:solidFill>
              <a:srgbClr val="002060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7" name="Imagem 6">
            <a:extLst>
              <a:ext uri="{FF2B5EF4-FFF2-40B4-BE49-F238E27FC236}">
                <a16:creationId xmlns:a16="http://schemas.microsoft.com/office/drawing/2014/main" id="{A86612F9-FE85-49A8-BC73-D2EEC555DCDB}"/>
              </a:ext>
            </a:extLst>
          </p:cNvPr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6948264" y="4857843"/>
            <a:ext cx="810090" cy="225913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373741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6" r:id="rId7"/>
  </p:sldLayoutIdLst>
  <p:hf hdr="0" ftr="0" dt="0"/>
  <p:txStyles>
    <p:titleStyle>
      <a:lvl1pPr algn="l" defTabSz="914378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8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2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8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5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2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EACB779-9ED4-4CA3-AD7C-1B3921CA3D15}"/>
              </a:ext>
            </a:extLst>
          </p:cNvPr>
          <p:cNvSpPr/>
          <p:nvPr userDrawn="1"/>
        </p:nvSpPr>
        <p:spPr>
          <a:xfrm>
            <a:off x="0" y="4805506"/>
            <a:ext cx="9144000" cy="337268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800"/>
          </a:p>
        </p:txBody>
      </p:sp>
      <p:sp>
        <p:nvSpPr>
          <p:cNvPr id="11" name="Retângulo 10"/>
          <p:cNvSpPr/>
          <p:nvPr userDrawn="1"/>
        </p:nvSpPr>
        <p:spPr>
          <a:xfrm>
            <a:off x="0" y="4752912"/>
            <a:ext cx="9144000" cy="45719"/>
          </a:xfrm>
          <a:prstGeom prst="rect">
            <a:avLst/>
          </a:prstGeom>
          <a:solidFill>
            <a:srgbClr val="002060"/>
          </a:solidFill>
          <a:ln>
            <a:noFill/>
          </a:ln>
          <a:effectLst>
            <a:innerShdw blurRad="63500" dist="50800" dir="5400000">
              <a:prstClr val="black">
                <a:alpha val="50000"/>
              </a:prstClr>
            </a:inn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800"/>
          </a:p>
        </p:txBody>
      </p:sp>
      <p:sp>
        <p:nvSpPr>
          <p:cNvPr id="15" name="Retângulo 14"/>
          <p:cNvSpPr/>
          <p:nvPr userDrawn="1"/>
        </p:nvSpPr>
        <p:spPr>
          <a:xfrm>
            <a:off x="42929" y="4874433"/>
            <a:ext cx="6275561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050" b="1"/>
              <a:t>Prof. Rogério Aguiar – Gestão de Indicadores                                                         </a:t>
            </a:r>
            <a:r>
              <a:rPr lang="pt-BR" sz="1000" b="1">
                <a:solidFill>
                  <a:srgbClr val="002060"/>
                </a:solidFill>
              </a:rPr>
              <a:t>@treina_recife</a:t>
            </a:r>
          </a:p>
        </p:txBody>
      </p:sp>
      <p:pic>
        <p:nvPicPr>
          <p:cNvPr id="9" name="Imagem 6" descr="Uma imagem contendo objeto, relógio&#10;&#10;Descrição gerada com muito alta confiança">
            <a:extLst>
              <a:ext uri="{FF2B5EF4-FFF2-40B4-BE49-F238E27FC236}">
                <a16:creationId xmlns:a16="http://schemas.microsoft.com/office/drawing/2014/main" id="{20ED25C1-20A9-423A-B615-98F84AAD0F12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9632" y="4836335"/>
            <a:ext cx="1171439" cy="268931"/>
          </a:xfrm>
          <a:prstGeom prst="rect">
            <a:avLst/>
          </a:prstGeom>
          <a:effectLst>
            <a:outerShdw blurRad="1079500" dist="50800" dir="5400000" algn="ctr" rotWithShape="0">
              <a:srgbClr val="000000">
                <a:alpha val="0"/>
              </a:srgbClr>
            </a:outerShdw>
          </a:effectLst>
        </p:spPr>
      </p:pic>
      <p:cxnSp>
        <p:nvCxnSpPr>
          <p:cNvPr id="8" name="Conector Reto 2">
            <a:extLst>
              <a:ext uri="{FF2B5EF4-FFF2-40B4-BE49-F238E27FC236}">
                <a16:creationId xmlns:a16="http://schemas.microsoft.com/office/drawing/2014/main" id="{E8A7539D-EA4B-49C8-B485-9C98BFBABB28}"/>
              </a:ext>
            </a:extLst>
          </p:cNvPr>
          <p:cNvCxnSpPr>
            <a:cxnSpLocks/>
          </p:cNvCxnSpPr>
          <p:nvPr userDrawn="1"/>
        </p:nvCxnSpPr>
        <p:spPr>
          <a:xfrm>
            <a:off x="251520" y="685790"/>
            <a:ext cx="8389560" cy="0"/>
          </a:xfrm>
          <a:prstGeom prst="line">
            <a:avLst/>
          </a:prstGeom>
          <a:ln w="28575">
            <a:solidFill>
              <a:srgbClr val="002060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7" name="Imagem 6">
            <a:extLst>
              <a:ext uri="{FF2B5EF4-FFF2-40B4-BE49-F238E27FC236}">
                <a16:creationId xmlns:a16="http://schemas.microsoft.com/office/drawing/2014/main" id="{A86612F9-FE85-49A8-BC73-D2EEC555DCDB}"/>
              </a:ext>
            </a:extLst>
          </p:cNvPr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6948264" y="4857843"/>
            <a:ext cx="810090" cy="225913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33787143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22" r:id="rId5"/>
    <p:sldLayoutId id="2147483723" r:id="rId6"/>
    <p:sldLayoutId id="2147483725" r:id="rId7"/>
  </p:sldLayoutIdLst>
  <p:hf hdr="0" ftr="0" dt="0"/>
  <p:txStyles>
    <p:titleStyle>
      <a:lvl1pPr algn="l" defTabSz="914378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8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2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8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5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2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ângulo 10">
            <a:extLst>
              <a:ext uri="{FF2B5EF4-FFF2-40B4-BE49-F238E27FC236}">
                <a16:creationId xmlns:a16="http://schemas.microsoft.com/office/drawing/2014/main" id="{032BF1A3-4844-4F3E-BC58-288EF4F68624}"/>
              </a:ext>
            </a:extLst>
          </p:cNvPr>
          <p:cNvSpPr/>
          <p:nvPr userDrawn="1"/>
        </p:nvSpPr>
        <p:spPr>
          <a:xfrm>
            <a:off x="-5302" y="4765611"/>
            <a:ext cx="9144000" cy="113507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800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14687055-DADE-49BD-B02A-667E7949D097}"/>
              </a:ext>
            </a:extLst>
          </p:cNvPr>
          <p:cNvSpPr/>
          <p:nvPr userDrawn="1"/>
        </p:nvSpPr>
        <p:spPr>
          <a:xfrm>
            <a:off x="0" y="4887068"/>
            <a:ext cx="9144000" cy="25143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800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5E72F5FA-DFFC-4B53-94BA-D7EE10B4C3DE}"/>
              </a:ext>
            </a:extLst>
          </p:cNvPr>
          <p:cNvSpPr/>
          <p:nvPr userDrawn="1"/>
        </p:nvSpPr>
        <p:spPr>
          <a:xfrm>
            <a:off x="7788648" y="4902457"/>
            <a:ext cx="1350050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100">
                <a:solidFill>
                  <a:schemeClr val="bg1"/>
                </a:solidFill>
              </a:rPr>
              <a:t>treinarecife.com.br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A367BCA5-88C9-405B-8F28-67F39104D45F}"/>
              </a:ext>
            </a:extLst>
          </p:cNvPr>
          <p:cNvSpPr/>
          <p:nvPr userDrawn="1"/>
        </p:nvSpPr>
        <p:spPr>
          <a:xfrm>
            <a:off x="0" y="4887069"/>
            <a:ext cx="2550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200">
                <a:solidFill>
                  <a:schemeClr val="bg1"/>
                </a:solidFill>
              </a:rPr>
              <a:t>Prof. ME Rogério Aguiar Teixeira©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E1DB5263-F56B-40D0-938C-66DD22E20C5B}"/>
              </a:ext>
            </a:extLst>
          </p:cNvPr>
          <p:cNvSpPr/>
          <p:nvPr userDrawn="1"/>
        </p:nvSpPr>
        <p:spPr>
          <a:xfrm>
            <a:off x="3822275" y="4889677"/>
            <a:ext cx="1103187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100">
                <a:solidFill>
                  <a:schemeClr val="bg1"/>
                </a:solidFill>
              </a:rPr>
              <a:t>@</a:t>
            </a:r>
            <a:r>
              <a:rPr lang="pt-BR" sz="1100" err="1">
                <a:solidFill>
                  <a:schemeClr val="bg1"/>
                </a:solidFill>
              </a:rPr>
              <a:t>treina_recife</a:t>
            </a:r>
            <a:endParaRPr lang="pt-BR" sz="1100">
              <a:solidFill>
                <a:schemeClr val="bg1"/>
              </a:solidFill>
            </a:endParaRPr>
          </a:p>
        </p:txBody>
      </p:sp>
      <p:cxnSp>
        <p:nvCxnSpPr>
          <p:cNvPr id="3" name="Conector reto 2">
            <a:extLst>
              <a:ext uri="{FF2B5EF4-FFF2-40B4-BE49-F238E27FC236}">
                <a16:creationId xmlns:a16="http://schemas.microsoft.com/office/drawing/2014/main" id="{5DF72620-CC94-48B2-9CA0-99175298C71C}"/>
              </a:ext>
            </a:extLst>
          </p:cNvPr>
          <p:cNvCxnSpPr>
            <a:cxnSpLocks/>
          </p:cNvCxnSpPr>
          <p:nvPr userDrawn="1"/>
        </p:nvCxnSpPr>
        <p:spPr>
          <a:xfrm>
            <a:off x="965594" y="685781"/>
            <a:ext cx="7675487" cy="10"/>
          </a:xfrm>
          <a:prstGeom prst="line">
            <a:avLst/>
          </a:prstGeom>
          <a:ln w="28575">
            <a:solidFill>
              <a:srgbClr val="002060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5" name="Imagem 4" descr="Uma imagem contendo texto, desenho&#10;&#10;Descrição gerada automaticamente">
            <a:extLst>
              <a:ext uri="{FF2B5EF4-FFF2-40B4-BE49-F238E27FC236}">
                <a16:creationId xmlns:a16="http://schemas.microsoft.com/office/drawing/2014/main" id="{46F6FD7A-155A-43A9-9503-34077F254F43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116841" y="58421"/>
            <a:ext cx="698500" cy="698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66649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3" r:id="rId1"/>
    <p:sldLayoutId id="2147483754" r:id="rId2"/>
    <p:sldLayoutId id="2147483755" r:id="rId3"/>
    <p:sldLayoutId id="2147483756" r:id="rId4"/>
    <p:sldLayoutId id="2147483757" r:id="rId5"/>
    <p:sldLayoutId id="2147483759" r:id="rId6"/>
    <p:sldLayoutId id="2147483760" r:id="rId7"/>
    <p:sldLayoutId id="2147483761" r:id="rId8"/>
    <p:sldLayoutId id="2147483762" r:id="rId9"/>
    <p:sldLayoutId id="2147483763" r:id="rId10"/>
  </p:sldLayoutIdLst>
  <p:hf hdr="0" ftr="0" dt="0"/>
  <p:txStyles>
    <p:titleStyle>
      <a:lvl1pPr algn="l" defTabSz="914378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8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2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8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5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2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ângulo 10">
            <a:extLst>
              <a:ext uri="{FF2B5EF4-FFF2-40B4-BE49-F238E27FC236}">
                <a16:creationId xmlns:a16="http://schemas.microsoft.com/office/drawing/2014/main" id="{032BF1A3-4844-4F3E-BC58-288EF4F68624}"/>
              </a:ext>
            </a:extLst>
          </p:cNvPr>
          <p:cNvSpPr/>
          <p:nvPr userDrawn="1"/>
        </p:nvSpPr>
        <p:spPr>
          <a:xfrm>
            <a:off x="-5302" y="4765610"/>
            <a:ext cx="9144000" cy="113507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14687055-DADE-49BD-B02A-667E7949D097}"/>
              </a:ext>
            </a:extLst>
          </p:cNvPr>
          <p:cNvSpPr/>
          <p:nvPr userDrawn="1"/>
        </p:nvSpPr>
        <p:spPr>
          <a:xfrm>
            <a:off x="0" y="4887068"/>
            <a:ext cx="9144000" cy="25143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5E72F5FA-DFFC-4B53-94BA-D7EE10B4C3DE}"/>
              </a:ext>
            </a:extLst>
          </p:cNvPr>
          <p:cNvSpPr/>
          <p:nvPr userDrawn="1"/>
        </p:nvSpPr>
        <p:spPr>
          <a:xfrm>
            <a:off x="7788648" y="4902457"/>
            <a:ext cx="1350050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100">
                <a:solidFill>
                  <a:schemeClr val="bg1"/>
                </a:solidFill>
              </a:rPr>
              <a:t>treinarecife.com.br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A367BCA5-88C9-405B-8F28-67F39104D45F}"/>
              </a:ext>
            </a:extLst>
          </p:cNvPr>
          <p:cNvSpPr/>
          <p:nvPr userDrawn="1"/>
        </p:nvSpPr>
        <p:spPr>
          <a:xfrm>
            <a:off x="0" y="4887068"/>
            <a:ext cx="2550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200">
                <a:solidFill>
                  <a:schemeClr val="bg1"/>
                </a:solidFill>
              </a:rPr>
              <a:t>Prof. ME Rogério Aguiar Teixeira©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E1DB5263-F56B-40D0-938C-66DD22E20C5B}"/>
              </a:ext>
            </a:extLst>
          </p:cNvPr>
          <p:cNvSpPr/>
          <p:nvPr userDrawn="1"/>
        </p:nvSpPr>
        <p:spPr>
          <a:xfrm>
            <a:off x="3822274" y="4889677"/>
            <a:ext cx="1141659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100">
                <a:solidFill>
                  <a:schemeClr val="bg1"/>
                </a:solidFill>
              </a:rPr>
              <a:t>@</a:t>
            </a:r>
            <a:r>
              <a:rPr lang="pt-BR" sz="1100" err="1">
                <a:solidFill>
                  <a:schemeClr val="bg1"/>
                </a:solidFill>
              </a:rPr>
              <a:t>treina_recife</a:t>
            </a:r>
            <a:endParaRPr lang="pt-BR" sz="1100">
              <a:solidFill>
                <a:schemeClr val="bg1"/>
              </a:solidFill>
            </a:endParaRPr>
          </a:p>
        </p:txBody>
      </p:sp>
      <p:pic>
        <p:nvPicPr>
          <p:cNvPr id="5" name="Imagem 4" descr="Uma imagem contendo texto, desenho&#10;&#10;Descrição gerada automaticamente">
            <a:extLst>
              <a:ext uri="{FF2B5EF4-FFF2-40B4-BE49-F238E27FC236}">
                <a16:creationId xmlns:a16="http://schemas.microsoft.com/office/drawing/2014/main" id="{46F6FD7A-155A-43A9-9503-34077F254F43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8291830" y="125875"/>
            <a:ext cx="698500" cy="698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1611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5" r:id="rId1"/>
    <p:sldLayoutId id="2147483766" r:id="rId2"/>
    <p:sldLayoutId id="2147483767" r:id="rId3"/>
    <p:sldLayoutId id="2147483768" r:id="rId4"/>
    <p:sldLayoutId id="2147483769" r:id="rId5"/>
    <p:sldLayoutId id="2147483770" r:id="rId6"/>
    <p:sldLayoutId id="2147483771" r:id="rId7"/>
    <p:sldLayoutId id="2147483772" r:id="rId8"/>
    <p:sldLayoutId id="2147483773" r:id="rId9"/>
    <p:sldLayoutId id="2147483774" r:id="rId1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ângulo 10">
            <a:extLst>
              <a:ext uri="{FF2B5EF4-FFF2-40B4-BE49-F238E27FC236}">
                <a16:creationId xmlns:a16="http://schemas.microsoft.com/office/drawing/2014/main" id="{032BF1A3-4844-4F3E-BC58-288EF4F68624}"/>
              </a:ext>
            </a:extLst>
          </p:cNvPr>
          <p:cNvSpPr/>
          <p:nvPr userDrawn="1"/>
        </p:nvSpPr>
        <p:spPr>
          <a:xfrm>
            <a:off x="-5302" y="4765610"/>
            <a:ext cx="9144000" cy="113507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14687055-DADE-49BD-B02A-667E7949D097}"/>
              </a:ext>
            </a:extLst>
          </p:cNvPr>
          <p:cNvSpPr/>
          <p:nvPr userDrawn="1"/>
        </p:nvSpPr>
        <p:spPr>
          <a:xfrm>
            <a:off x="0" y="4887068"/>
            <a:ext cx="9144000" cy="25143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5E72F5FA-DFFC-4B53-94BA-D7EE10B4C3DE}"/>
              </a:ext>
            </a:extLst>
          </p:cNvPr>
          <p:cNvSpPr/>
          <p:nvPr userDrawn="1"/>
        </p:nvSpPr>
        <p:spPr>
          <a:xfrm>
            <a:off x="7788648" y="4902457"/>
            <a:ext cx="1350050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100">
                <a:solidFill>
                  <a:schemeClr val="bg1"/>
                </a:solidFill>
              </a:rPr>
              <a:t>treinarecife.com.br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A367BCA5-88C9-405B-8F28-67F39104D45F}"/>
              </a:ext>
            </a:extLst>
          </p:cNvPr>
          <p:cNvSpPr/>
          <p:nvPr userDrawn="1"/>
        </p:nvSpPr>
        <p:spPr>
          <a:xfrm>
            <a:off x="0" y="4887068"/>
            <a:ext cx="2550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200">
                <a:solidFill>
                  <a:schemeClr val="bg1"/>
                </a:solidFill>
              </a:rPr>
              <a:t>Prof. ME Rogério Aguiar Teixeira©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E1DB5263-F56B-40D0-938C-66DD22E20C5B}"/>
              </a:ext>
            </a:extLst>
          </p:cNvPr>
          <p:cNvSpPr/>
          <p:nvPr userDrawn="1"/>
        </p:nvSpPr>
        <p:spPr>
          <a:xfrm>
            <a:off x="3822274" y="4889677"/>
            <a:ext cx="1141659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100">
                <a:solidFill>
                  <a:schemeClr val="bg1"/>
                </a:solidFill>
              </a:rPr>
              <a:t>@</a:t>
            </a:r>
            <a:r>
              <a:rPr lang="pt-BR" sz="1100" err="1">
                <a:solidFill>
                  <a:schemeClr val="bg1"/>
                </a:solidFill>
              </a:rPr>
              <a:t>treina_recife</a:t>
            </a:r>
            <a:endParaRPr lang="pt-BR" sz="1100">
              <a:solidFill>
                <a:schemeClr val="bg1"/>
              </a:solidFill>
            </a:endParaRPr>
          </a:p>
        </p:txBody>
      </p:sp>
      <p:pic>
        <p:nvPicPr>
          <p:cNvPr id="5" name="Imagem 4" descr="Uma imagem contendo texto, desenho&#10;&#10;Descrição gerada automaticamente">
            <a:extLst>
              <a:ext uri="{FF2B5EF4-FFF2-40B4-BE49-F238E27FC236}">
                <a16:creationId xmlns:a16="http://schemas.microsoft.com/office/drawing/2014/main" id="{46F6FD7A-155A-43A9-9503-34077F254F43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8291830" y="125875"/>
            <a:ext cx="698500" cy="698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88202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6" r:id="rId1"/>
    <p:sldLayoutId id="2147483777" r:id="rId2"/>
    <p:sldLayoutId id="2147483778" r:id="rId3"/>
    <p:sldLayoutId id="2147483779" r:id="rId4"/>
    <p:sldLayoutId id="2147483780" r:id="rId5"/>
    <p:sldLayoutId id="2147483781" r:id="rId6"/>
    <p:sldLayoutId id="2147483782" r:id="rId7"/>
    <p:sldLayoutId id="2147483784" r:id="rId8"/>
    <p:sldLayoutId id="2147483785" r:id="rId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ângulo 10">
            <a:extLst>
              <a:ext uri="{FF2B5EF4-FFF2-40B4-BE49-F238E27FC236}">
                <a16:creationId xmlns:a16="http://schemas.microsoft.com/office/drawing/2014/main" id="{032BF1A3-4844-4F3E-BC58-288EF4F68624}"/>
              </a:ext>
            </a:extLst>
          </p:cNvPr>
          <p:cNvSpPr/>
          <p:nvPr userDrawn="1"/>
        </p:nvSpPr>
        <p:spPr>
          <a:xfrm>
            <a:off x="-5302" y="4765610"/>
            <a:ext cx="9144000" cy="113507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14687055-DADE-49BD-B02A-667E7949D097}"/>
              </a:ext>
            </a:extLst>
          </p:cNvPr>
          <p:cNvSpPr/>
          <p:nvPr userDrawn="1"/>
        </p:nvSpPr>
        <p:spPr>
          <a:xfrm>
            <a:off x="0" y="4887068"/>
            <a:ext cx="9144000" cy="25143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5E72F5FA-DFFC-4B53-94BA-D7EE10B4C3DE}"/>
              </a:ext>
            </a:extLst>
          </p:cNvPr>
          <p:cNvSpPr/>
          <p:nvPr userDrawn="1"/>
        </p:nvSpPr>
        <p:spPr>
          <a:xfrm>
            <a:off x="7788648" y="4902457"/>
            <a:ext cx="1350050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100">
                <a:solidFill>
                  <a:schemeClr val="bg1"/>
                </a:solidFill>
              </a:rPr>
              <a:t>treinarecife.com.br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A367BCA5-88C9-405B-8F28-67F39104D45F}"/>
              </a:ext>
            </a:extLst>
          </p:cNvPr>
          <p:cNvSpPr/>
          <p:nvPr userDrawn="1"/>
        </p:nvSpPr>
        <p:spPr>
          <a:xfrm>
            <a:off x="0" y="4887068"/>
            <a:ext cx="2550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200">
                <a:solidFill>
                  <a:schemeClr val="bg1"/>
                </a:solidFill>
              </a:rPr>
              <a:t>Prof. ME Rogério Aguiar Teixeira©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E1DB5263-F56B-40D0-938C-66DD22E20C5B}"/>
              </a:ext>
            </a:extLst>
          </p:cNvPr>
          <p:cNvSpPr/>
          <p:nvPr userDrawn="1"/>
        </p:nvSpPr>
        <p:spPr>
          <a:xfrm>
            <a:off x="3822274" y="4889677"/>
            <a:ext cx="1141659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100">
                <a:solidFill>
                  <a:schemeClr val="bg1"/>
                </a:solidFill>
              </a:rPr>
              <a:t>@</a:t>
            </a:r>
            <a:r>
              <a:rPr lang="pt-BR" sz="1100" err="1">
                <a:solidFill>
                  <a:schemeClr val="bg1"/>
                </a:solidFill>
              </a:rPr>
              <a:t>treina_recife</a:t>
            </a:r>
            <a:endParaRPr lang="pt-BR" sz="1100">
              <a:solidFill>
                <a:schemeClr val="bg1"/>
              </a:solidFill>
            </a:endParaRPr>
          </a:p>
        </p:txBody>
      </p:sp>
      <p:cxnSp>
        <p:nvCxnSpPr>
          <p:cNvPr id="3" name="Conector reto 2">
            <a:extLst>
              <a:ext uri="{FF2B5EF4-FFF2-40B4-BE49-F238E27FC236}">
                <a16:creationId xmlns:a16="http://schemas.microsoft.com/office/drawing/2014/main" id="{5DF72620-CC94-48B2-9CA0-99175298C71C}"/>
              </a:ext>
            </a:extLst>
          </p:cNvPr>
          <p:cNvCxnSpPr>
            <a:cxnSpLocks/>
          </p:cNvCxnSpPr>
          <p:nvPr userDrawn="1"/>
        </p:nvCxnSpPr>
        <p:spPr>
          <a:xfrm>
            <a:off x="965593" y="685780"/>
            <a:ext cx="7675487" cy="10"/>
          </a:xfrm>
          <a:prstGeom prst="line">
            <a:avLst/>
          </a:prstGeom>
          <a:ln w="28575">
            <a:solidFill>
              <a:srgbClr val="002060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5" name="Imagem 4" descr="Uma imagem contendo texto, desenho&#10;&#10;Descrição gerada automaticamente">
            <a:extLst>
              <a:ext uri="{FF2B5EF4-FFF2-40B4-BE49-F238E27FC236}">
                <a16:creationId xmlns:a16="http://schemas.microsoft.com/office/drawing/2014/main" id="{46F6FD7A-155A-43A9-9503-34077F254F43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116840" y="58420"/>
            <a:ext cx="698500" cy="698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24400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7" r:id="rId1"/>
    <p:sldLayoutId id="2147483788" r:id="rId2"/>
    <p:sldLayoutId id="2147483789" r:id="rId3"/>
    <p:sldLayoutId id="2147483790" r:id="rId4"/>
    <p:sldLayoutId id="2147483791" r:id="rId5"/>
    <p:sldLayoutId id="2147483792" r:id="rId6"/>
    <p:sldLayoutId id="2147483793" r:id="rId7"/>
    <p:sldLayoutId id="2147483794" r:id="rId8"/>
    <p:sldLayoutId id="2147483795" r:id="rId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://br.linkedin.com/in/lfcalabria" TargetMode="External"/><Relationship Id="rId2" Type="http://schemas.openxmlformats.org/officeDocument/2006/relationships/hyperlink" Target="mailto:lfcalabria@gmail.com" TargetMode="Externa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Rectangle 75">
            <a:extLst>
              <a:ext uri="{FF2B5EF4-FFF2-40B4-BE49-F238E27FC236}">
                <a16:creationId xmlns:a16="http://schemas.microsoft.com/office/drawing/2014/main" id="{1045B59B-615E-4718-A150-42DE5D03E1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D6CF29CD-38B8-4924-BA11-6D60517487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182112"/>
            <a:ext cx="9144000" cy="1961388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EB02B1E5-D423-487D-A55F-B7BB2F3597D2}"/>
              </a:ext>
            </a:extLst>
          </p:cNvPr>
          <p:cNvSpPr/>
          <p:nvPr/>
        </p:nvSpPr>
        <p:spPr>
          <a:xfrm>
            <a:off x="530258" y="3376747"/>
            <a:ext cx="8074057" cy="905452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600" b="1" kern="1200" cap="none" spc="0" dirty="0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640000" algn="bl" rotWithShape="0">
                    <a:schemeClr val="accent1"/>
                  </a:outerShdw>
                </a:effectLst>
                <a:latin typeface="+mj-lt"/>
                <a:ea typeface="+mj-ea"/>
                <a:cs typeface="+mj-cs"/>
              </a:rPr>
              <a:t>Base para </a:t>
            </a:r>
            <a:r>
              <a:rPr lang="en-US" sz="5600" b="1" kern="1200" cap="none" spc="0" dirty="0" err="1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640000" algn="bl" rotWithShape="0">
                    <a:schemeClr val="accent1"/>
                  </a:outerShdw>
                </a:effectLst>
                <a:latin typeface="+mj-lt"/>
                <a:ea typeface="+mj-ea"/>
                <a:cs typeface="+mj-cs"/>
              </a:rPr>
              <a:t>Programação</a:t>
            </a:r>
            <a:r>
              <a:rPr lang="en-US" sz="5600" b="1" kern="1200" cap="none" spc="0" dirty="0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640000" algn="bl" rotWithShape="0">
                    <a:schemeClr val="accent1"/>
                  </a:outerShdw>
                </a:effectLst>
                <a:latin typeface="+mj-lt"/>
                <a:ea typeface="+mj-ea"/>
                <a:cs typeface="+mj-cs"/>
              </a:rPr>
              <a:t> WEB</a:t>
            </a:r>
          </a:p>
        </p:txBody>
      </p:sp>
      <p:pic>
        <p:nvPicPr>
          <p:cNvPr id="20" name="Imagem 19" descr="Uma imagem contendo objeto, relógio, computador, monitor&#10;&#10;Descrição gerada automaticamente">
            <a:extLst>
              <a:ext uri="{FF2B5EF4-FFF2-40B4-BE49-F238E27FC236}">
                <a16:creationId xmlns:a16="http://schemas.microsoft.com/office/drawing/2014/main" id="{DF68962B-33C0-4F9F-ADD2-F898858026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258" y="539545"/>
            <a:ext cx="7443991" cy="1712121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BCD569AE-4467-415A-ABC5-E1D9460B1E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7236" y="4588039"/>
            <a:ext cx="1390822" cy="394791"/>
          </a:xfrm>
          <a:prstGeom prst="rect">
            <a:avLst/>
          </a:prstGeom>
        </p:spPr>
      </p:pic>
      <p:sp>
        <p:nvSpPr>
          <p:cNvPr id="19" name="Retângulo 2">
            <a:extLst>
              <a:ext uri="{FF2B5EF4-FFF2-40B4-BE49-F238E27FC236}">
                <a16:creationId xmlns:a16="http://schemas.microsoft.com/office/drawing/2014/main" id="{F479B6A1-F4E7-45AA-A3C1-D4BB370548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07503" y="2725432"/>
            <a:ext cx="443649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pt-BR" altLang="pt-BR" sz="1800" b="1" i="1" dirty="0"/>
              <a:t>Prof. Luiz Fernando Calábria</a:t>
            </a:r>
          </a:p>
        </p:txBody>
      </p:sp>
    </p:spTree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40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600075" y="1118507"/>
            <a:ext cx="2500312" cy="2624327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435" name="Text Box 4">
            <a:extLst>
              <a:ext uri="{FF2B5EF4-FFF2-40B4-BE49-F238E27FC236}">
                <a16:creationId xmlns:a16="http://schemas.microsoft.com/office/drawing/2014/main" id="{5CACB99D-6C7E-4FA6-B207-19058B8581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1525" y="1475449"/>
            <a:ext cx="1971675" cy="19104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>
            <a:norm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pt-BR" sz="2700" b="1" i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Estrutura Cliente-Servidor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FD6D3087-9275-E699-72DC-CF2F764B4A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2987" y="1049565"/>
            <a:ext cx="5085525" cy="3042621"/>
          </a:xfrm>
          <a:prstGeom prst="rect">
            <a:avLst/>
          </a:prstGeom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0C5A62B1-F847-400E-83E9-420837D9CF35}"/>
              </a:ext>
            </a:extLst>
          </p:cNvPr>
          <p:cNvSpPr/>
          <p:nvPr/>
        </p:nvSpPr>
        <p:spPr>
          <a:xfrm>
            <a:off x="4317101" y="2229736"/>
            <a:ext cx="4572000" cy="307777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pt-BR" dirty="0"/>
          </a:p>
        </p:txBody>
      </p:sp>
    </p:spTree>
  </p:cSld>
  <p:clrMapOvr>
    <a:masterClrMapping/>
  </p:clrMapOvr>
  <p:transition spd="slow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Text Box 4">
            <a:extLst>
              <a:ext uri="{FF2B5EF4-FFF2-40B4-BE49-F238E27FC236}">
                <a16:creationId xmlns:a16="http://schemas.microsoft.com/office/drawing/2014/main" id="{5CACB99D-6C7E-4FA6-B207-19058B8581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7727" y="123478"/>
            <a:ext cx="7578729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pt-BR" altLang="pt-BR" sz="2700" b="1" i="1" dirty="0">
                <a:solidFill>
                  <a:srgbClr val="0033CC"/>
                </a:solidFill>
                <a:latin typeface="Verdana" panose="020B0604030504040204" pitchFamily="34" charset="0"/>
              </a:rPr>
              <a:t>Protocolo de Comunicação - HTTP</a:t>
            </a: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64EC6A27-512E-DCC4-BA38-99443A9069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600" y="771550"/>
            <a:ext cx="7704856" cy="38884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/>
            <a:r>
              <a:rPr lang="pt-BR" sz="2400" dirty="0"/>
              <a:t>Criado  por Tim Berners-Lee — considerado o “pai da Internet” — e sua equipe no CERN (Organização Europeia para a Pesquisa Nuclear) entre 1989 e 1991 o </a:t>
            </a:r>
            <a:r>
              <a:rPr lang="pt-BR" sz="2800" b="1" i="1" dirty="0" err="1"/>
              <a:t>H</a:t>
            </a:r>
            <a:r>
              <a:rPr lang="pt-BR" sz="2400" i="1" dirty="0" err="1"/>
              <a:t>yper</a:t>
            </a:r>
            <a:r>
              <a:rPr lang="pt-BR" sz="2800" b="1" i="1" dirty="0" err="1"/>
              <a:t>T</a:t>
            </a:r>
            <a:r>
              <a:rPr lang="pt-BR" sz="2400" i="1" dirty="0" err="1"/>
              <a:t>ext</a:t>
            </a:r>
            <a:r>
              <a:rPr lang="pt-BR" sz="2400" i="1" dirty="0"/>
              <a:t> </a:t>
            </a:r>
            <a:r>
              <a:rPr lang="pt-BR" sz="2800" b="1" i="1" dirty="0" err="1"/>
              <a:t>T</a:t>
            </a:r>
            <a:r>
              <a:rPr lang="pt-BR" sz="2400" i="1" dirty="0" err="1"/>
              <a:t>ransfer</a:t>
            </a:r>
            <a:r>
              <a:rPr lang="pt-BR" sz="2400" i="1" dirty="0"/>
              <a:t> </a:t>
            </a:r>
            <a:r>
              <a:rPr lang="pt-BR" sz="2800" b="1" i="1" dirty="0" err="1"/>
              <a:t>P</a:t>
            </a:r>
            <a:r>
              <a:rPr lang="pt-BR" sz="2400" i="1" dirty="0" err="1"/>
              <a:t>rotocol</a:t>
            </a:r>
            <a:r>
              <a:rPr lang="pt-BR" sz="2400" dirty="0"/>
              <a:t>, ou Protocolo de Transferência de Hipertexto </a:t>
            </a:r>
            <a:r>
              <a:rPr lang="pt-BR" sz="2400" dirty="0" err="1"/>
              <a:t>surce</a:t>
            </a:r>
            <a:r>
              <a:rPr lang="pt-BR" sz="2400" dirty="0"/>
              <a:t> para ser uma camada de aplicação leve e fácil de operar, capaz de ser processado por qualquer máquina ou servidor.</a:t>
            </a:r>
            <a:endParaRPr lang="pt-BR" altLang="pt-BR" sz="24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Text Box 4">
            <a:extLst>
              <a:ext uri="{FF2B5EF4-FFF2-40B4-BE49-F238E27FC236}">
                <a16:creationId xmlns:a16="http://schemas.microsoft.com/office/drawing/2014/main" id="{5CACB99D-6C7E-4FA6-B207-19058B8581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7727" y="123478"/>
            <a:ext cx="7578729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pt-BR" altLang="pt-BR" sz="2700" b="1" i="1" dirty="0">
                <a:solidFill>
                  <a:srgbClr val="0033CC"/>
                </a:solidFill>
                <a:latin typeface="Verdana" panose="020B0604030504040204" pitchFamily="34" charset="0"/>
              </a:rPr>
              <a:t>Protocolo de Comunicação - HTTP</a:t>
            </a: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64EC6A27-512E-DCC4-BA38-99443A9069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600" y="771550"/>
            <a:ext cx="7704856" cy="38884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/>
            <a:r>
              <a:rPr lang="pt-BR" sz="2400" dirty="0"/>
              <a:t>O HTTP funciona por meio de um modelo de </a:t>
            </a:r>
            <a:r>
              <a:rPr lang="pt-BR" sz="2400" b="1" dirty="0"/>
              <a:t>requisição</a:t>
            </a:r>
            <a:r>
              <a:rPr lang="pt-BR" sz="2400" dirty="0"/>
              <a:t> e </a:t>
            </a:r>
            <a:r>
              <a:rPr lang="pt-BR" sz="2400" b="1" dirty="0"/>
              <a:t>resposta</a:t>
            </a:r>
            <a:r>
              <a:rPr lang="pt-BR" sz="2400" dirty="0"/>
              <a:t> — ou, em inglês, </a:t>
            </a:r>
            <a:r>
              <a:rPr lang="pt-BR" sz="2400" i="1" dirty="0" err="1"/>
              <a:t>request</a:t>
            </a:r>
            <a:r>
              <a:rPr lang="pt-BR" sz="2400" i="1" dirty="0"/>
              <a:t> </a:t>
            </a:r>
            <a:r>
              <a:rPr lang="pt-BR" sz="2400" i="1" dirty="0" err="1"/>
              <a:t>and</a:t>
            </a:r>
            <a:r>
              <a:rPr lang="pt-BR" sz="2400" i="1" dirty="0"/>
              <a:t> response</a:t>
            </a:r>
            <a:r>
              <a:rPr lang="pt-BR" sz="2400" dirty="0"/>
              <a:t>. </a:t>
            </a:r>
          </a:p>
          <a:p>
            <a:pPr algn="just"/>
            <a:endParaRPr lang="pt-BR" sz="2400" dirty="0"/>
          </a:p>
          <a:p>
            <a:pPr algn="just"/>
            <a:r>
              <a:rPr lang="pt-BR" sz="2400" dirty="0"/>
              <a:t>Em outras palavras, toda a comunicação entre cliente e servidor é realizada através da troca de requisições e respostas: o cliente solicita algum elemento e o servidor responde com aquele elemento (ou algum código de erro, caso ele não seja encontrado).</a:t>
            </a:r>
          </a:p>
        </p:txBody>
      </p:sp>
    </p:spTree>
    <p:extLst>
      <p:ext uri="{BB962C8B-B14F-4D97-AF65-F5344CB8AC3E}">
        <p14:creationId xmlns:p14="http://schemas.microsoft.com/office/powerpoint/2010/main" val="1323372240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Text Box 4">
            <a:extLst>
              <a:ext uri="{FF2B5EF4-FFF2-40B4-BE49-F238E27FC236}">
                <a16:creationId xmlns:a16="http://schemas.microsoft.com/office/drawing/2014/main" id="{5CACB99D-6C7E-4FA6-B207-19058B8581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7727" y="123478"/>
            <a:ext cx="7578729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pt-BR" altLang="pt-BR" sz="2700" b="1" i="1" dirty="0">
                <a:solidFill>
                  <a:srgbClr val="0033CC"/>
                </a:solidFill>
                <a:latin typeface="Verdana" panose="020B0604030504040204" pitchFamily="34" charset="0"/>
              </a:rPr>
              <a:t>HTTP - </a:t>
            </a:r>
            <a:r>
              <a:rPr lang="pt-BR" altLang="pt-BR" sz="2700" b="1" i="1" dirty="0" err="1">
                <a:solidFill>
                  <a:srgbClr val="0033CC"/>
                </a:solidFill>
                <a:latin typeface="Verdana" panose="020B0604030504040204" pitchFamily="34" charset="0"/>
              </a:rPr>
              <a:t>Request</a:t>
            </a:r>
            <a:endParaRPr lang="pt-BR" altLang="pt-BR" sz="2700" b="1" i="1" dirty="0">
              <a:solidFill>
                <a:srgbClr val="0033CC"/>
              </a:solidFill>
              <a:latin typeface="Verdana" panose="020B0604030504040204" pitchFamily="34" charset="0"/>
            </a:endParaRP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64EC6A27-512E-DCC4-BA38-99443A9069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600" y="771550"/>
            <a:ext cx="7704856" cy="38884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pt-BR" sz="2200" dirty="0"/>
              <a:t>Cada requisição HTTP contém alguns elementos básicos, tais como: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200" dirty="0"/>
              <a:t>A </a:t>
            </a:r>
            <a:r>
              <a:rPr lang="pt-BR" sz="2200" b="1" dirty="0"/>
              <a:t>versão</a:t>
            </a:r>
            <a:r>
              <a:rPr lang="pt-BR" sz="2200" dirty="0"/>
              <a:t> HTTP utilizada.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200" dirty="0"/>
              <a:t>O </a:t>
            </a:r>
            <a:r>
              <a:rPr lang="pt-BR" sz="2200" b="1" dirty="0"/>
              <a:t>URL</a:t>
            </a:r>
            <a:r>
              <a:rPr lang="pt-BR" sz="2200" dirty="0"/>
              <a:t> referente à solicitação HTTP.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200" dirty="0"/>
              <a:t>O chamado </a:t>
            </a:r>
            <a:r>
              <a:rPr lang="pt-BR" sz="2200" b="1" dirty="0"/>
              <a:t>método (ou verbo) </a:t>
            </a:r>
            <a:r>
              <a:rPr lang="pt-BR" sz="2200" dirty="0"/>
              <a:t>HTTP, que indica a ação principal que será realizada por aquela requisição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200" dirty="0"/>
              <a:t>O </a:t>
            </a:r>
            <a:r>
              <a:rPr lang="pt-BR" sz="2200" b="1" dirty="0"/>
              <a:t>cabeçalho</a:t>
            </a:r>
            <a:r>
              <a:rPr lang="pt-BR" sz="2200" dirty="0"/>
              <a:t> (</a:t>
            </a:r>
            <a:r>
              <a:rPr lang="pt-BR" sz="2200" i="1" dirty="0"/>
              <a:t>header</a:t>
            </a:r>
            <a:r>
              <a:rPr lang="pt-BR" sz="2200" dirty="0"/>
              <a:t>), com dados sobre o navegador, cookies e o tipo de dado solicitado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200" dirty="0"/>
              <a:t>O </a:t>
            </a:r>
            <a:r>
              <a:rPr lang="pt-BR" sz="2200" b="1" dirty="0"/>
              <a:t>corpo</a:t>
            </a:r>
            <a:r>
              <a:rPr lang="pt-BR" sz="2200" dirty="0"/>
              <a:t> (</a:t>
            </a:r>
            <a:r>
              <a:rPr lang="pt-BR" sz="2200" i="1" dirty="0"/>
              <a:t>body</a:t>
            </a:r>
            <a:r>
              <a:rPr lang="pt-BR" sz="2200" dirty="0"/>
              <a:t>) HTTP, que é opcional e incorpora informações porventura necessárias para o cumprimento da solicitação.</a:t>
            </a:r>
          </a:p>
        </p:txBody>
      </p:sp>
    </p:spTree>
    <p:extLst>
      <p:ext uri="{BB962C8B-B14F-4D97-AF65-F5344CB8AC3E}">
        <p14:creationId xmlns:p14="http://schemas.microsoft.com/office/powerpoint/2010/main" val="3605893899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Text Box 4">
            <a:extLst>
              <a:ext uri="{FF2B5EF4-FFF2-40B4-BE49-F238E27FC236}">
                <a16:creationId xmlns:a16="http://schemas.microsoft.com/office/drawing/2014/main" id="{5CACB99D-6C7E-4FA6-B207-19058B8581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7727" y="123478"/>
            <a:ext cx="7578729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pt-BR" altLang="pt-BR" sz="2700" b="1" i="1" dirty="0">
                <a:solidFill>
                  <a:srgbClr val="0033CC"/>
                </a:solidFill>
                <a:latin typeface="Verdana" panose="020B0604030504040204" pitchFamily="34" charset="0"/>
              </a:rPr>
              <a:t>HTTP - Response</a:t>
            </a: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64EC6A27-512E-DCC4-BA38-99443A9069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600" y="771550"/>
            <a:ext cx="7704856" cy="38884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400" dirty="0"/>
              <a:t>O código do status, que indica o status da solicitação HTTP.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BR" sz="24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400" dirty="0"/>
              <a:t>O </a:t>
            </a:r>
            <a:r>
              <a:rPr lang="pt-BR" sz="2400" b="1" dirty="0"/>
              <a:t>cabeçalho de resposta</a:t>
            </a:r>
            <a:r>
              <a:rPr lang="pt-BR" sz="2400" dirty="0"/>
              <a:t>, que transmite ao cliente dados sobre o servidor.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BR" sz="24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400" dirty="0"/>
              <a:t>O </a:t>
            </a:r>
            <a:r>
              <a:rPr lang="pt-BR" sz="2400" b="1" dirty="0"/>
              <a:t>corpo</a:t>
            </a:r>
            <a:r>
              <a:rPr lang="pt-BR" sz="2400" dirty="0"/>
              <a:t>, que traz de fato os dados solicitados pela requisição.</a:t>
            </a:r>
          </a:p>
        </p:txBody>
      </p:sp>
    </p:spTree>
    <p:extLst>
      <p:ext uri="{BB962C8B-B14F-4D97-AF65-F5344CB8AC3E}">
        <p14:creationId xmlns:p14="http://schemas.microsoft.com/office/powerpoint/2010/main" val="2582586174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Text Box 4">
            <a:extLst>
              <a:ext uri="{FF2B5EF4-FFF2-40B4-BE49-F238E27FC236}">
                <a16:creationId xmlns:a16="http://schemas.microsoft.com/office/drawing/2014/main" id="{5CACB99D-6C7E-4FA6-B207-19058B8581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7727" y="123478"/>
            <a:ext cx="7578729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pt-BR" altLang="pt-BR" sz="2700" b="1" i="1" dirty="0">
                <a:solidFill>
                  <a:srgbClr val="0033CC"/>
                </a:solidFill>
                <a:latin typeface="Verdana" panose="020B0604030504040204" pitchFamily="34" charset="0"/>
              </a:rPr>
              <a:t>HTTP – TCP/IP</a:t>
            </a: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64EC6A27-512E-DCC4-BA38-99443A9069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600" y="771550"/>
            <a:ext cx="7704856" cy="38884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400" dirty="0"/>
              <a:t>TCP significa </a:t>
            </a:r>
            <a:r>
              <a:rPr lang="pt-BR" sz="2400" dirty="0" err="1"/>
              <a:t>Transmission</a:t>
            </a:r>
            <a:r>
              <a:rPr lang="pt-BR" sz="2400" dirty="0"/>
              <a:t> </a:t>
            </a:r>
            <a:r>
              <a:rPr lang="pt-BR" sz="2400" dirty="0" err="1"/>
              <a:t>Control</a:t>
            </a:r>
            <a:r>
              <a:rPr lang="pt-BR" sz="2400" dirty="0"/>
              <a:t> </a:t>
            </a:r>
            <a:r>
              <a:rPr lang="pt-BR" sz="2400" dirty="0" err="1"/>
              <a:t>Protocol</a:t>
            </a:r>
            <a:r>
              <a:rPr lang="pt-BR" sz="2400" dirty="0"/>
              <a:t>, ou Protocolo de Controle de Transmissão, e ele é responsável por verificar a ordem e a regularidade das informações transmitidas entre cliente e servidor. 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400" dirty="0"/>
              <a:t>IP é o Internet </a:t>
            </a:r>
            <a:r>
              <a:rPr lang="pt-BR" sz="2400" dirty="0" err="1"/>
              <a:t>Protocol</a:t>
            </a:r>
            <a:r>
              <a:rPr lang="pt-BR" sz="2400" dirty="0"/>
              <a:t>, ou Protocolo de Internet; ele é responsável por identificar todas as partes do processo, como dispositivos e conexões. Ele também garante que os dados sejam enviados e recebidos aos clientes e servidores corretos.</a:t>
            </a:r>
          </a:p>
        </p:txBody>
      </p:sp>
    </p:spTree>
    <p:extLst>
      <p:ext uri="{BB962C8B-B14F-4D97-AF65-F5344CB8AC3E}">
        <p14:creationId xmlns:p14="http://schemas.microsoft.com/office/powerpoint/2010/main" val="1093917050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Text Box 4">
            <a:extLst>
              <a:ext uri="{FF2B5EF4-FFF2-40B4-BE49-F238E27FC236}">
                <a16:creationId xmlns:a16="http://schemas.microsoft.com/office/drawing/2014/main" id="{5CACB99D-6C7E-4FA6-B207-19058B8581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7727" y="123478"/>
            <a:ext cx="7578729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pt-BR" altLang="pt-BR" sz="2700" b="1" i="1" dirty="0">
                <a:solidFill>
                  <a:srgbClr val="0033CC"/>
                </a:solidFill>
                <a:latin typeface="Verdana" panose="020B0604030504040204" pitchFamily="34" charset="0"/>
              </a:rPr>
              <a:t>HTTP x HTTPS</a:t>
            </a: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64EC6A27-512E-DCC4-BA38-99443A9069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600" y="771550"/>
            <a:ext cx="7704856" cy="38884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/>
            <a:r>
              <a:rPr lang="pt-BR" sz="2400" dirty="0"/>
              <a:t> HTTPS significa </a:t>
            </a:r>
            <a:r>
              <a:rPr lang="pt-BR" sz="2400" i="1" dirty="0"/>
              <a:t>Hypertext </a:t>
            </a:r>
            <a:r>
              <a:rPr lang="pt-BR" sz="2400" i="1" dirty="0" err="1"/>
              <a:t>Transfer</a:t>
            </a:r>
            <a:r>
              <a:rPr lang="pt-BR" sz="2400" i="1" dirty="0"/>
              <a:t> </a:t>
            </a:r>
            <a:r>
              <a:rPr lang="pt-BR" sz="2400" i="1" dirty="0" err="1"/>
              <a:t>Protocol</a:t>
            </a:r>
            <a:r>
              <a:rPr lang="pt-BR" sz="2400" i="1" dirty="0"/>
              <a:t> </a:t>
            </a:r>
            <a:r>
              <a:rPr lang="pt-BR" sz="2400" i="1" dirty="0" err="1"/>
              <a:t>Secure</a:t>
            </a:r>
            <a:r>
              <a:rPr lang="pt-BR" sz="2400" dirty="0"/>
              <a:t>, ou Protocolo de Transferência de Hipertexto Seguro. Trata-se do mesmo protocolo HTTP acima explicado, mas com uma camada de criptografia que protege as transferências de dados entre cliente e servidor.</a:t>
            </a:r>
          </a:p>
          <a:p>
            <a:pPr algn="just"/>
            <a:endParaRPr lang="pt-BR" sz="2400" dirty="0"/>
          </a:p>
          <a:p>
            <a:pPr algn="just"/>
            <a:r>
              <a:rPr lang="pt-BR" sz="2400" dirty="0"/>
              <a:t>Ou seja no HTTPS a comunicação entre cliente e servidor é criptografada</a:t>
            </a:r>
          </a:p>
          <a:p>
            <a:br>
              <a:rPr lang="pt-BR" sz="2400" dirty="0"/>
            </a:b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265516714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Text Box 4">
            <a:extLst>
              <a:ext uri="{FF2B5EF4-FFF2-40B4-BE49-F238E27FC236}">
                <a16:creationId xmlns:a16="http://schemas.microsoft.com/office/drawing/2014/main" id="{5CACB99D-6C7E-4FA6-B207-19058B8581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3607" y="123478"/>
            <a:ext cx="7632849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pt-BR" altLang="pt-BR" sz="2700" b="1" i="1" dirty="0">
                <a:solidFill>
                  <a:srgbClr val="0033CC"/>
                </a:solidFill>
                <a:latin typeface="Verdana" panose="020B0604030504040204" pitchFamily="34" charset="0"/>
              </a:rPr>
              <a:t>Verbos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173101F6-2FEE-9BB2-E8AF-C1B49411CB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7601" y="843558"/>
            <a:ext cx="6196728" cy="3808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9641484"/>
      </p:ext>
    </p:extLst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Text Box 4">
            <a:extLst>
              <a:ext uri="{FF2B5EF4-FFF2-40B4-BE49-F238E27FC236}">
                <a16:creationId xmlns:a16="http://schemas.microsoft.com/office/drawing/2014/main" id="{5CACB99D-6C7E-4FA6-B207-19058B8581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3607" y="123478"/>
            <a:ext cx="7632849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pt-BR" altLang="pt-BR" sz="2700" b="1" i="1" dirty="0" err="1">
                <a:solidFill>
                  <a:srgbClr val="0033CC"/>
                </a:solidFill>
                <a:latin typeface="Verdana" panose="020B0604030504040204" pitchFamily="34" charset="0"/>
              </a:rPr>
              <a:t>Rest</a:t>
            </a:r>
            <a:endParaRPr lang="pt-BR" altLang="pt-BR" sz="2700" b="1" i="1" dirty="0">
              <a:solidFill>
                <a:srgbClr val="0033CC"/>
              </a:solidFill>
              <a:latin typeface="Verdana" panose="020B0604030504040204" pitchFamily="34" charset="0"/>
            </a:endParaRP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09C9CA57-3E2B-9A19-8316-A33EBF6D33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600" y="771550"/>
            <a:ext cx="7704856" cy="38884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/>
            <a:r>
              <a:rPr lang="pt-BR" sz="2400" b="1" dirty="0" err="1"/>
              <a:t>Re</a:t>
            </a:r>
            <a:r>
              <a:rPr lang="pt-BR" sz="2400" dirty="0" err="1"/>
              <a:t>presentational</a:t>
            </a:r>
            <a:r>
              <a:rPr lang="pt-BR" sz="2400" dirty="0"/>
              <a:t> </a:t>
            </a:r>
            <a:r>
              <a:rPr lang="pt-BR" sz="2400" b="1" dirty="0" err="1"/>
              <a:t>S</a:t>
            </a:r>
            <a:r>
              <a:rPr lang="pt-BR" sz="2400" dirty="0" err="1"/>
              <a:t>tate</a:t>
            </a:r>
            <a:r>
              <a:rPr lang="pt-BR" sz="2400" dirty="0"/>
              <a:t> </a:t>
            </a:r>
            <a:r>
              <a:rPr lang="pt-BR" sz="2400" b="1" dirty="0" err="1"/>
              <a:t>T</a:t>
            </a:r>
            <a:r>
              <a:rPr lang="pt-BR" sz="2400" dirty="0" err="1"/>
              <a:t>ransfer</a:t>
            </a:r>
            <a:r>
              <a:rPr lang="pt-BR" sz="2400" dirty="0"/>
              <a:t>, ou Transferência Representacional de Estado.</a:t>
            </a:r>
          </a:p>
          <a:p>
            <a:pPr algn="just"/>
            <a:endParaRPr lang="pt-BR" sz="2400" dirty="0"/>
          </a:p>
          <a:p>
            <a:pPr algn="just"/>
            <a:r>
              <a:rPr lang="pt-BR" sz="2400" dirty="0"/>
              <a:t>O protocolo </a:t>
            </a:r>
            <a:r>
              <a:rPr lang="pt-BR" sz="2400" b="1" dirty="0"/>
              <a:t>HTTP</a:t>
            </a:r>
            <a:r>
              <a:rPr lang="pt-BR" sz="2400" dirty="0"/>
              <a:t> sem estado (dados). Isso significa que toda requisição feita a um servidor é única pois estas requisições não guardam dados (estados) entre uma requisição e outra. </a:t>
            </a:r>
          </a:p>
          <a:p>
            <a:pPr algn="just"/>
            <a:endParaRPr lang="pt-BR" sz="2400" dirty="0"/>
          </a:p>
          <a:p>
            <a:pPr algn="just"/>
            <a:r>
              <a:rPr lang="pt-BR" sz="2400" dirty="0"/>
              <a:t>O </a:t>
            </a:r>
            <a:r>
              <a:rPr lang="pt-BR" sz="2400" b="1" dirty="0"/>
              <a:t>REST </a:t>
            </a:r>
            <a:r>
              <a:rPr lang="pt-BR" sz="2400" dirty="0"/>
              <a:t>permite que o cliente consiga guardar os dados (estados) da requisição. </a:t>
            </a:r>
          </a:p>
        </p:txBody>
      </p:sp>
    </p:spTree>
    <p:extLst>
      <p:ext uri="{BB962C8B-B14F-4D97-AF65-F5344CB8AC3E}">
        <p14:creationId xmlns:p14="http://schemas.microsoft.com/office/powerpoint/2010/main" val="1201636476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Text Box 4">
            <a:extLst>
              <a:ext uri="{FF2B5EF4-FFF2-40B4-BE49-F238E27FC236}">
                <a16:creationId xmlns:a16="http://schemas.microsoft.com/office/drawing/2014/main" id="{5CACB99D-6C7E-4FA6-B207-19058B8581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3607" y="123478"/>
            <a:ext cx="7632849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pt-BR" altLang="pt-BR" sz="2700" b="1" i="1" dirty="0">
                <a:solidFill>
                  <a:srgbClr val="0033CC"/>
                </a:solidFill>
                <a:latin typeface="Verdana" panose="020B0604030504040204" pitchFamily="34" charset="0"/>
              </a:rPr>
              <a:t>API</a:t>
            </a: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09C9CA57-3E2B-9A19-8316-A33EBF6D33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600" y="771550"/>
            <a:ext cx="7704856" cy="38884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/>
            <a:r>
              <a:rPr lang="pt-BR" sz="2400" dirty="0"/>
              <a:t>APIs - </a:t>
            </a:r>
            <a:r>
              <a:rPr lang="pt-BR" sz="2400" dirty="0" err="1"/>
              <a:t>Application</a:t>
            </a:r>
            <a:r>
              <a:rPr lang="pt-BR" sz="2400" dirty="0"/>
              <a:t> </a:t>
            </a:r>
            <a:r>
              <a:rPr lang="pt-BR" sz="2400" dirty="0" err="1"/>
              <a:t>Programming</a:t>
            </a:r>
            <a:r>
              <a:rPr lang="pt-BR" sz="2400" dirty="0"/>
              <a:t> Interface </a:t>
            </a:r>
          </a:p>
          <a:p>
            <a:pPr algn="just"/>
            <a:endParaRPr lang="pt-BR" sz="2400" dirty="0"/>
          </a:p>
          <a:p>
            <a:pPr algn="just"/>
            <a:r>
              <a:rPr lang="pt-BR" sz="2400" dirty="0"/>
              <a:t>Uma </a:t>
            </a:r>
            <a:r>
              <a:rPr lang="pt-BR" sz="2400" b="1" dirty="0"/>
              <a:t>API </a:t>
            </a:r>
            <a:r>
              <a:rPr lang="pt-BR" sz="2400" dirty="0"/>
              <a:t>nada mais é do que uma interface de comunicação de aplicações de forma programática. Ou seja, criamos uma interface para que diferentes aplicações se comuniquem de forma simples e eficiente. Criamos estas interfaces, chamadas </a:t>
            </a:r>
            <a:r>
              <a:rPr lang="pt-BR" sz="2400" b="1" dirty="0"/>
              <a:t>APIs </a:t>
            </a:r>
            <a:r>
              <a:rPr lang="pt-BR" sz="2400" dirty="0"/>
              <a:t>utilizando padrões de design chamado </a:t>
            </a:r>
            <a:r>
              <a:rPr lang="pt-BR" sz="2400" b="1" dirty="0" err="1"/>
              <a:t>RESTful</a:t>
            </a:r>
            <a:r>
              <a:rPr lang="pt-BR" sz="2400" dirty="0"/>
              <a:t>. Estas </a:t>
            </a:r>
            <a:r>
              <a:rPr lang="pt-BR" sz="2400" b="1" dirty="0"/>
              <a:t>APIs </a:t>
            </a:r>
            <a:r>
              <a:rPr lang="pt-BR" sz="2400" dirty="0"/>
              <a:t>são chamadas </a:t>
            </a:r>
            <a:r>
              <a:rPr lang="pt-BR" sz="2400" b="1" dirty="0"/>
              <a:t>APIs REST</a:t>
            </a:r>
            <a:r>
              <a:rPr lang="pt-BR" sz="2400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980643686"/>
      </p:ext>
    </p:extLst>
  </p:cSld>
  <p:clrMapOvr>
    <a:masterClrMapping/>
  </p:clrMapOvr>
  <p:transition spd="slow"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Text Box 4">
            <a:extLst>
              <a:ext uri="{FF2B5EF4-FFF2-40B4-BE49-F238E27FC236}">
                <a16:creationId xmlns:a16="http://schemas.microsoft.com/office/drawing/2014/main" id="{5CACB99D-6C7E-4FA6-B207-19058B8581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3607" y="123478"/>
            <a:ext cx="7632849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pt-BR" altLang="pt-BR" sz="2700" b="1" i="1" dirty="0">
                <a:solidFill>
                  <a:srgbClr val="0033CC"/>
                </a:solidFill>
                <a:latin typeface="Verdana" panose="020B0604030504040204" pitchFamily="34" charset="0"/>
              </a:rPr>
              <a:t>API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53D7EBF3-7A2C-BD4D-3ECD-A79A1ECC9C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7624" y="780320"/>
            <a:ext cx="7369974" cy="3856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931325"/>
      </p:ext>
    </p:extLst>
  </p:cSld>
  <p:clrMapOvr>
    <a:masterClrMapping/>
  </p:clrMapOvr>
  <p:transition spd="slow">
    <p:wip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19">
            <a:extLst>
              <a:ext uri="{FF2B5EF4-FFF2-40B4-BE49-F238E27FC236}">
                <a16:creationId xmlns:a16="http://schemas.microsoft.com/office/drawing/2014/main" id="{0AA8F84D-BF31-4985-9EAF-99870D1124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Box 2">
            <a:extLst>
              <a:ext uri="{FF2B5EF4-FFF2-40B4-BE49-F238E27FC236}">
                <a16:creationId xmlns:a16="http://schemas.microsoft.com/office/drawing/2014/main" id="{170BB42A-10FE-4E30-9B0F-917F4B3D33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5474" y="2541389"/>
            <a:ext cx="3737610" cy="179808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t">
            <a:norm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pt-BR" sz="6000" b="1" i="1" kern="120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Obrigado</a:t>
            </a:r>
            <a:r>
              <a:rPr lang="en-US" altLang="pt-BR" sz="6000" b="1" i="1" kern="1200">
                <a:latin typeface="+mj-lt"/>
                <a:ea typeface="+mj-ea"/>
                <a:cs typeface="+mj-cs"/>
              </a:rPr>
              <a:t>!</a:t>
            </a:r>
            <a:endParaRPr lang="en-US" altLang="pt-BR" sz="6000" b="1" i="1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cxnSp>
        <p:nvCxnSpPr>
          <p:cNvPr id="33" name="Straight Arrow Connector 21">
            <a:extLst>
              <a:ext uri="{FF2B5EF4-FFF2-40B4-BE49-F238E27FC236}">
                <a16:creationId xmlns:a16="http://schemas.microsoft.com/office/drawing/2014/main" id="{BCD0BBC1-A7D4-445D-98AC-95A6A45D8E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9994" y="1737360"/>
            <a:ext cx="3429000" cy="0"/>
          </a:xfrm>
          <a:prstGeom prst="straightConnector1">
            <a:avLst/>
          </a:prstGeom>
          <a:ln w="19050" cap="sq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Freeform: Shape 23">
            <a:extLst>
              <a:ext uri="{FF2B5EF4-FFF2-40B4-BE49-F238E27FC236}">
                <a16:creationId xmlns:a16="http://schemas.microsoft.com/office/drawing/2014/main" id="{817B5381-FFCA-4325-8FBB-B1481666A0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34840" y="-1"/>
            <a:ext cx="4709160" cy="5143501"/>
          </a:xfrm>
          <a:custGeom>
            <a:avLst/>
            <a:gdLst>
              <a:gd name="connsiteX0" fmla="*/ 45572 w 6278879"/>
              <a:gd name="connsiteY0" fmla="*/ 0 h 6858002"/>
              <a:gd name="connsiteX1" fmla="*/ 6278879 w 6278879"/>
              <a:gd name="connsiteY1" fmla="*/ 0 h 6858002"/>
              <a:gd name="connsiteX2" fmla="*/ 6278879 w 6278879"/>
              <a:gd name="connsiteY2" fmla="*/ 6858002 h 6858002"/>
              <a:gd name="connsiteX3" fmla="*/ 3292308 w 6278879"/>
              <a:gd name="connsiteY3" fmla="*/ 6858002 h 6858002"/>
              <a:gd name="connsiteX4" fmla="*/ 3181526 w 6278879"/>
              <a:gd name="connsiteY4" fmla="*/ 6786982 h 6858002"/>
              <a:gd name="connsiteX5" fmla="*/ 0 w 6278879"/>
              <a:gd name="connsiteY5" fmla="*/ 803254 h 6858002"/>
              <a:gd name="connsiteX6" fmla="*/ 37255 w 6278879"/>
              <a:gd name="connsiteY6" fmla="*/ 65447 h 6858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278879" h="6858002">
                <a:moveTo>
                  <a:pt x="45572" y="0"/>
                </a:moveTo>
                <a:lnTo>
                  <a:pt x="6278879" y="0"/>
                </a:lnTo>
                <a:lnTo>
                  <a:pt x="6278879" y="6858002"/>
                </a:lnTo>
                <a:lnTo>
                  <a:pt x="3292308" y="6858002"/>
                </a:lnTo>
                <a:lnTo>
                  <a:pt x="3181526" y="6786982"/>
                </a:lnTo>
                <a:cubicBezTo>
                  <a:pt x="1262021" y="5490191"/>
                  <a:pt x="0" y="3294103"/>
                  <a:pt x="0" y="803254"/>
                </a:cubicBezTo>
                <a:cubicBezTo>
                  <a:pt x="0" y="554169"/>
                  <a:pt x="12620" y="308032"/>
                  <a:pt x="37255" y="6544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Retângulo 14">
            <a:extLst>
              <a:ext uri="{FF2B5EF4-FFF2-40B4-BE49-F238E27FC236}">
                <a16:creationId xmlns:a16="http://schemas.microsoft.com/office/drawing/2014/main" id="{4B536B0F-C017-95CB-7C79-9D5C342259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33728" y="476395"/>
            <a:ext cx="4317685" cy="1780809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lnSpc>
                <a:spcPct val="150000"/>
              </a:lnSpc>
            </a:pPr>
            <a:r>
              <a:rPr lang="pt-BR" altLang="pt-BR" sz="1500" dirty="0">
                <a:solidFill>
                  <a:schemeClr val="bg1"/>
                </a:solidFill>
              </a:rPr>
              <a:t>+55 81 9.8581-78327</a:t>
            </a:r>
          </a:p>
          <a:p>
            <a:pPr algn="r" eaLnBrk="1" hangingPunct="1">
              <a:lnSpc>
                <a:spcPct val="150000"/>
              </a:lnSpc>
            </a:pPr>
            <a:r>
              <a:rPr lang="pt-BR" altLang="pt-BR" sz="1500" dirty="0">
                <a:solidFill>
                  <a:schemeClr val="bg1"/>
                </a:solidFill>
              </a:rPr>
              <a:t>@lfcalabria </a:t>
            </a:r>
          </a:p>
          <a:p>
            <a:pPr algn="r" eaLnBrk="1" hangingPunct="1">
              <a:lnSpc>
                <a:spcPct val="150000"/>
              </a:lnSpc>
            </a:pPr>
            <a:r>
              <a:rPr lang="pt-BR" altLang="pt-BR" sz="1500" dirty="0">
                <a:solidFill>
                  <a:schemeClr val="bg1"/>
                </a:solidFill>
              </a:rPr>
              <a:t>@treina_recife </a:t>
            </a:r>
          </a:p>
          <a:p>
            <a:pPr algn="r" eaLnBrk="1" hangingPunct="1">
              <a:lnSpc>
                <a:spcPct val="150000"/>
              </a:lnSpc>
            </a:pPr>
            <a:r>
              <a:rPr lang="pt-BR" altLang="pt-BR" sz="1500" i="1" dirty="0">
                <a:solidFill>
                  <a:schemeClr val="bg1"/>
                </a:solidFill>
                <a:hlinkClick r:id="rId2"/>
              </a:rPr>
              <a:t>lfcalabria@gmail.com</a:t>
            </a:r>
            <a:r>
              <a:rPr lang="pt-BR" altLang="pt-BR" sz="1500" i="1" dirty="0">
                <a:solidFill>
                  <a:schemeClr val="bg1"/>
                </a:solidFill>
              </a:rPr>
              <a:t> </a:t>
            </a:r>
          </a:p>
          <a:p>
            <a:pPr algn="r" eaLnBrk="1" hangingPunct="1">
              <a:lnSpc>
                <a:spcPct val="150000"/>
              </a:lnSpc>
            </a:pPr>
            <a:r>
              <a:rPr lang="pt-BR" altLang="pt-BR" sz="1500" i="1" dirty="0">
                <a:solidFill>
                  <a:schemeClr val="bg1"/>
                </a:solidFill>
                <a:hlinkClick r:id="rId3"/>
              </a:rPr>
              <a:t>http://br.linkedin.com/in/lfcalabria</a:t>
            </a:r>
            <a:endParaRPr lang="pt-BR" altLang="pt-BR" sz="1500" i="1" dirty="0">
              <a:solidFill>
                <a:schemeClr val="bg1"/>
              </a:solidFill>
            </a:endParaRPr>
          </a:p>
        </p:txBody>
      </p:sp>
      <p:sp>
        <p:nvSpPr>
          <p:cNvPr id="8" name="Retângulo 2">
            <a:extLst>
              <a:ext uri="{FF2B5EF4-FFF2-40B4-BE49-F238E27FC236}">
                <a16:creationId xmlns:a16="http://schemas.microsoft.com/office/drawing/2014/main" id="{6DFAA4BC-E3F9-24AE-4EF3-071FA3C769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33729" y="62389"/>
            <a:ext cx="474202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pt-BR" altLang="pt-BR" sz="1800" b="1" i="1" dirty="0" err="1">
                <a:solidFill>
                  <a:schemeClr val="bg1"/>
                </a:solidFill>
              </a:rPr>
              <a:t>Prof</a:t>
            </a:r>
            <a:r>
              <a:rPr lang="pt-BR" altLang="pt-BR" sz="1800" b="1" i="1" dirty="0">
                <a:solidFill>
                  <a:schemeClr val="bg1"/>
                </a:solidFill>
              </a:rPr>
              <a:t> Luiz Fernando Calábria</a:t>
            </a:r>
          </a:p>
        </p:txBody>
      </p:sp>
    </p:spTree>
    <p:extLst>
      <p:ext uri="{BB962C8B-B14F-4D97-AF65-F5344CB8AC3E}">
        <p14:creationId xmlns:p14="http://schemas.microsoft.com/office/powerpoint/2010/main" val="36227491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Personalizar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Copo de Leite">
      <a:fillStyleLst>
        <a:solidFill>
          <a:schemeClr val="phClr"/>
        </a:solidFill>
        <a:gradFill rotWithShape="1">
          <a:gsLst>
            <a:gs pos="0">
              <a:schemeClr val="phClr">
                <a:tint val="15000"/>
                <a:satMod val="250000"/>
              </a:schemeClr>
            </a:gs>
            <a:gs pos="49000">
              <a:schemeClr val="phClr">
                <a:tint val="50000"/>
                <a:satMod val="200000"/>
              </a:schemeClr>
            </a:gs>
            <a:gs pos="49100">
              <a:schemeClr val="phClr">
                <a:tint val="64000"/>
                <a:satMod val="160000"/>
              </a:schemeClr>
            </a:gs>
            <a:gs pos="92000">
              <a:schemeClr val="phClr">
                <a:tint val="50000"/>
                <a:satMod val="200000"/>
              </a:schemeClr>
            </a:gs>
            <a:gs pos="100000">
              <a:schemeClr val="phClr">
                <a:tint val="43000"/>
                <a:satMod val="19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4000"/>
              </a:schemeClr>
            </a:gs>
            <a:gs pos="49000">
              <a:schemeClr val="phClr">
                <a:tint val="96000"/>
                <a:shade val="84000"/>
                <a:satMod val="110000"/>
              </a:schemeClr>
            </a:gs>
            <a:gs pos="49100">
              <a:schemeClr val="phClr">
                <a:shade val="55000"/>
                <a:satMod val="150000"/>
              </a:schemeClr>
            </a:gs>
            <a:gs pos="92000">
              <a:schemeClr val="phClr">
                <a:tint val="98000"/>
                <a:shade val="90000"/>
                <a:satMod val="128000"/>
              </a:schemeClr>
            </a:gs>
            <a:gs pos="100000">
              <a:schemeClr val="phClr">
                <a:tint val="90000"/>
                <a:shade val="97000"/>
                <a:satMod val="128000"/>
              </a:schemeClr>
            </a:gs>
          </a:gsLst>
          <a:lin ang="5400000" scaled="1"/>
        </a:gradFill>
      </a:fillStyleLst>
      <a:lnStyleLst>
        <a:ln w="11430" cap="flat" cmpd="sng" algn="ctr">
          <a:solidFill>
            <a:schemeClr val="phClr"/>
          </a:solidFill>
          <a:prstDash val="solid"/>
        </a:ln>
        <a:ln w="40000" cap="flat" cmpd="sng" algn="ctr">
          <a:solidFill>
            <a:schemeClr val="phClr"/>
          </a:solidFill>
          <a:prstDash val="solid"/>
        </a:ln>
        <a:ln w="31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chemeClr val="phClr">
                <a:shade val="30000"/>
                <a:satMod val="150000"/>
                <a:alpha val="38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500000"/>
            </a:lightRig>
          </a:scene3d>
          <a:sp3d extrusionH="127000" prstMaterial="powder">
            <a:bevelT w="50800" h="635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Personalizar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Copo de Leite">
      <a:fillStyleLst>
        <a:solidFill>
          <a:schemeClr val="phClr"/>
        </a:solidFill>
        <a:gradFill rotWithShape="1">
          <a:gsLst>
            <a:gs pos="0">
              <a:schemeClr val="phClr">
                <a:tint val="15000"/>
                <a:satMod val="250000"/>
              </a:schemeClr>
            </a:gs>
            <a:gs pos="49000">
              <a:schemeClr val="phClr">
                <a:tint val="50000"/>
                <a:satMod val="200000"/>
              </a:schemeClr>
            </a:gs>
            <a:gs pos="49100">
              <a:schemeClr val="phClr">
                <a:tint val="64000"/>
                <a:satMod val="160000"/>
              </a:schemeClr>
            </a:gs>
            <a:gs pos="92000">
              <a:schemeClr val="phClr">
                <a:tint val="50000"/>
                <a:satMod val="200000"/>
              </a:schemeClr>
            </a:gs>
            <a:gs pos="100000">
              <a:schemeClr val="phClr">
                <a:tint val="43000"/>
                <a:satMod val="19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4000"/>
              </a:schemeClr>
            </a:gs>
            <a:gs pos="49000">
              <a:schemeClr val="phClr">
                <a:tint val="96000"/>
                <a:shade val="84000"/>
                <a:satMod val="110000"/>
              </a:schemeClr>
            </a:gs>
            <a:gs pos="49100">
              <a:schemeClr val="phClr">
                <a:shade val="55000"/>
                <a:satMod val="150000"/>
              </a:schemeClr>
            </a:gs>
            <a:gs pos="92000">
              <a:schemeClr val="phClr">
                <a:tint val="98000"/>
                <a:shade val="90000"/>
                <a:satMod val="128000"/>
              </a:schemeClr>
            </a:gs>
            <a:gs pos="100000">
              <a:schemeClr val="phClr">
                <a:tint val="90000"/>
                <a:shade val="97000"/>
                <a:satMod val="128000"/>
              </a:schemeClr>
            </a:gs>
          </a:gsLst>
          <a:lin ang="5400000" scaled="1"/>
        </a:gradFill>
      </a:fillStyleLst>
      <a:lnStyleLst>
        <a:ln w="11430" cap="flat" cmpd="sng" algn="ctr">
          <a:solidFill>
            <a:schemeClr val="phClr"/>
          </a:solidFill>
          <a:prstDash val="solid"/>
        </a:ln>
        <a:ln w="40000" cap="flat" cmpd="sng" algn="ctr">
          <a:solidFill>
            <a:schemeClr val="phClr"/>
          </a:solidFill>
          <a:prstDash val="solid"/>
        </a:ln>
        <a:ln w="31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chemeClr val="phClr">
                <a:shade val="30000"/>
                <a:satMod val="150000"/>
                <a:alpha val="38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500000"/>
            </a:lightRig>
          </a:scene3d>
          <a:sp3d extrusionH="127000" prstMaterial="powder">
            <a:bevelT w="50800" h="635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Personalizar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opo de Leite">
      <a:fillStyleLst>
        <a:solidFill>
          <a:schemeClr val="phClr"/>
        </a:solidFill>
        <a:gradFill rotWithShape="1">
          <a:gsLst>
            <a:gs pos="0">
              <a:schemeClr val="phClr">
                <a:tint val="15000"/>
                <a:satMod val="250000"/>
              </a:schemeClr>
            </a:gs>
            <a:gs pos="49000">
              <a:schemeClr val="phClr">
                <a:tint val="50000"/>
                <a:satMod val="200000"/>
              </a:schemeClr>
            </a:gs>
            <a:gs pos="49100">
              <a:schemeClr val="phClr">
                <a:tint val="64000"/>
                <a:satMod val="160000"/>
              </a:schemeClr>
            </a:gs>
            <a:gs pos="92000">
              <a:schemeClr val="phClr">
                <a:tint val="50000"/>
                <a:satMod val="200000"/>
              </a:schemeClr>
            </a:gs>
            <a:gs pos="100000">
              <a:schemeClr val="phClr">
                <a:tint val="43000"/>
                <a:satMod val="19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4000"/>
              </a:schemeClr>
            </a:gs>
            <a:gs pos="49000">
              <a:schemeClr val="phClr">
                <a:tint val="96000"/>
                <a:shade val="84000"/>
                <a:satMod val="110000"/>
              </a:schemeClr>
            </a:gs>
            <a:gs pos="49100">
              <a:schemeClr val="phClr">
                <a:shade val="55000"/>
                <a:satMod val="150000"/>
              </a:schemeClr>
            </a:gs>
            <a:gs pos="92000">
              <a:schemeClr val="phClr">
                <a:tint val="98000"/>
                <a:shade val="90000"/>
                <a:satMod val="128000"/>
              </a:schemeClr>
            </a:gs>
            <a:gs pos="100000">
              <a:schemeClr val="phClr">
                <a:tint val="90000"/>
                <a:shade val="97000"/>
                <a:satMod val="128000"/>
              </a:schemeClr>
            </a:gs>
          </a:gsLst>
          <a:lin ang="5400000" scaled="1"/>
        </a:gradFill>
      </a:fillStyleLst>
      <a:lnStyleLst>
        <a:ln w="11430" cap="flat" cmpd="sng" algn="ctr">
          <a:solidFill>
            <a:schemeClr val="phClr"/>
          </a:solidFill>
          <a:prstDash val="solid"/>
        </a:ln>
        <a:ln w="40000" cap="flat" cmpd="sng" algn="ctr">
          <a:solidFill>
            <a:schemeClr val="phClr"/>
          </a:solidFill>
          <a:prstDash val="solid"/>
        </a:ln>
        <a:ln w="31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chemeClr val="phClr">
                <a:shade val="30000"/>
                <a:satMod val="150000"/>
                <a:alpha val="38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500000"/>
            </a:lightRig>
          </a:scene3d>
          <a:sp3d extrusionH="127000" prstMaterial="powder">
            <a:bevelT w="50800" h="635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Personalizar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opo de Leite">
      <a:fillStyleLst>
        <a:solidFill>
          <a:schemeClr val="phClr"/>
        </a:solidFill>
        <a:gradFill rotWithShape="1">
          <a:gsLst>
            <a:gs pos="0">
              <a:schemeClr val="phClr">
                <a:tint val="15000"/>
                <a:satMod val="250000"/>
              </a:schemeClr>
            </a:gs>
            <a:gs pos="49000">
              <a:schemeClr val="phClr">
                <a:tint val="50000"/>
                <a:satMod val="200000"/>
              </a:schemeClr>
            </a:gs>
            <a:gs pos="49100">
              <a:schemeClr val="phClr">
                <a:tint val="64000"/>
                <a:satMod val="160000"/>
              </a:schemeClr>
            </a:gs>
            <a:gs pos="92000">
              <a:schemeClr val="phClr">
                <a:tint val="50000"/>
                <a:satMod val="200000"/>
              </a:schemeClr>
            </a:gs>
            <a:gs pos="100000">
              <a:schemeClr val="phClr">
                <a:tint val="43000"/>
                <a:satMod val="19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4000"/>
              </a:schemeClr>
            </a:gs>
            <a:gs pos="49000">
              <a:schemeClr val="phClr">
                <a:tint val="96000"/>
                <a:shade val="84000"/>
                <a:satMod val="110000"/>
              </a:schemeClr>
            </a:gs>
            <a:gs pos="49100">
              <a:schemeClr val="phClr">
                <a:shade val="55000"/>
                <a:satMod val="150000"/>
              </a:schemeClr>
            </a:gs>
            <a:gs pos="92000">
              <a:schemeClr val="phClr">
                <a:tint val="98000"/>
                <a:shade val="90000"/>
                <a:satMod val="128000"/>
              </a:schemeClr>
            </a:gs>
            <a:gs pos="100000">
              <a:schemeClr val="phClr">
                <a:tint val="90000"/>
                <a:shade val="97000"/>
                <a:satMod val="128000"/>
              </a:schemeClr>
            </a:gs>
          </a:gsLst>
          <a:lin ang="5400000" scaled="1"/>
        </a:gradFill>
      </a:fillStyleLst>
      <a:lnStyleLst>
        <a:ln w="11430" cap="flat" cmpd="sng" algn="ctr">
          <a:solidFill>
            <a:schemeClr val="phClr"/>
          </a:solidFill>
          <a:prstDash val="solid"/>
        </a:ln>
        <a:ln w="40000" cap="flat" cmpd="sng" algn="ctr">
          <a:solidFill>
            <a:schemeClr val="phClr"/>
          </a:solidFill>
          <a:prstDash val="solid"/>
        </a:ln>
        <a:ln w="31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chemeClr val="phClr">
                <a:shade val="30000"/>
                <a:satMod val="150000"/>
                <a:alpha val="38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500000"/>
            </a:lightRig>
          </a:scene3d>
          <a:sp3d extrusionH="127000" prstMaterial="powder">
            <a:bevelT w="50800" h="635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4_Personalizar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Copo de Leite">
      <a:fillStyleLst>
        <a:solidFill>
          <a:schemeClr val="phClr"/>
        </a:solidFill>
        <a:gradFill rotWithShape="1">
          <a:gsLst>
            <a:gs pos="0">
              <a:schemeClr val="phClr">
                <a:tint val="15000"/>
                <a:satMod val="250000"/>
              </a:schemeClr>
            </a:gs>
            <a:gs pos="49000">
              <a:schemeClr val="phClr">
                <a:tint val="50000"/>
                <a:satMod val="200000"/>
              </a:schemeClr>
            </a:gs>
            <a:gs pos="49100">
              <a:schemeClr val="phClr">
                <a:tint val="64000"/>
                <a:satMod val="160000"/>
              </a:schemeClr>
            </a:gs>
            <a:gs pos="92000">
              <a:schemeClr val="phClr">
                <a:tint val="50000"/>
                <a:satMod val="200000"/>
              </a:schemeClr>
            </a:gs>
            <a:gs pos="100000">
              <a:schemeClr val="phClr">
                <a:tint val="43000"/>
                <a:satMod val="19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4000"/>
              </a:schemeClr>
            </a:gs>
            <a:gs pos="49000">
              <a:schemeClr val="phClr">
                <a:tint val="96000"/>
                <a:shade val="84000"/>
                <a:satMod val="110000"/>
              </a:schemeClr>
            </a:gs>
            <a:gs pos="49100">
              <a:schemeClr val="phClr">
                <a:shade val="55000"/>
                <a:satMod val="150000"/>
              </a:schemeClr>
            </a:gs>
            <a:gs pos="92000">
              <a:schemeClr val="phClr">
                <a:tint val="98000"/>
                <a:shade val="90000"/>
                <a:satMod val="128000"/>
              </a:schemeClr>
            </a:gs>
            <a:gs pos="100000">
              <a:schemeClr val="phClr">
                <a:tint val="90000"/>
                <a:shade val="97000"/>
                <a:satMod val="128000"/>
              </a:schemeClr>
            </a:gs>
          </a:gsLst>
          <a:lin ang="5400000" scaled="1"/>
        </a:gradFill>
      </a:fillStyleLst>
      <a:lnStyleLst>
        <a:ln w="11430" cap="flat" cmpd="sng" algn="ctr">
          <a:solidFill>
            <a:schemeClr val="phClr"/>
          </a:solidFill>
          <a:prstDash val="solid"/>
        </a:ln>
        <a:ln w="40000" cap="flat" cmpd="sng" algn="ctr">
          <a:solidFill>
            <a:schemeClr val="phClr"/>
          </a:solidFill>
          <a:prstDash val="solid"/>
        </a:ln>
        <a:ln w="31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chemeClr val="phClr">
                <a:shade val="30000"/>
                <a:satMod val="150000"/>
                <a:alpha val="38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500000"/>
            </a:lightRig>
          </a:scene3d>
          <a:sp3d extrusionH="127000" prstMaterial="powder">
            <a:bevelT w="50800" h="635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5_Personalizar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Copo de Leite">
      <a:fillStyleLst>
        <a:solidFill>
          <a:schemeClr val="phClr"/>
        </a:solidFill>
        <a:gradFill rotWithShape="1">
          <a:gsLst>
            <a:gs pos="0">
              <a:schemeClr val="phClr">
                <a:tint val="15000"/>
                <a:satMod val="250000"/>
              </a:schemeClr>
            </a:gs>
            <a:gs pos="49000">
              <a:schemeClr val="phClr">
                <a:tint val="50000"/>
                <a:satMod val="200000"/>
              </a:schemeClr>
            </a:gs>
            <a:gs pos="49100">
              <a:schemeClr val="phClr">
                <a:tint val="64000"/>
                <a:satMod val="160000"/>
              </a:schemeClr>
            </a:gs>
            <a:gs pos="92000">
              <a:schemeClr val="phClr">
                <a:tint val="50000"/>
                <a:satMod val="200000"/>
              </a:schemeClr>
            </a:gs>
            <a:gs pos="100000">
              <a:schemeClr val="phClr">
                <a:tint val="43000"/>
                <a:satMod val="19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4000"/>
              </a:schemeClr>
            </a:gs>
            <a:gs pos="49000">
              <a:schemeClr val="phClr">
                <a:tint val="96000"/>
                <a:shade val="84000"/>
                <a:satMod val="110000"/>
              </a:schemeClr>
            </a:gs>
            <a:gs pos="49100">
              <a:schemeClr val="phClr">
                <a:shade val="55000"/>
                <a:satMod val="150000"/>
              </a:schemeClr>
            </a:gs>
            <a:gs pos="92000">
              <a:schemeClr val="phClr">
                <a:tint val="98000"/>
                <a:shade val="90000"/>
                <a:satMod val="128000"/>
              </a:schemeClr>
            </a:gs>
            <a:gs pos="100000">
              <a:schemeClr val="phClr">
                <a:tint val="90000"/>
                <a:shade val="97000"/>
                <a:satMod val="128000"/>
              </a:schemeClr>
            </a:gs>
          </a:gsLst>
          <a:lin ang="5400000" scaled="1"/>
        </a:gradFill>
      </a:fillStyleLst>
      <a:lnStyleLst>
        <a:ln w="11430" cap="flat" cmpd="sng" algn="ctr">
          <a:solidFill>
            <a:schemeClr val="phClr"/>
          </a:solidFill>
          <a:prstDash val="solid"/>
        </a:ln>
        <a:ln w="40000" cap="flat" cmpd="sng" algn="ctr">
          <a:solidFill>
            <a:schemeClr val="phClr"/>
          </a:solidFill>
          <a:prstDash val="solid"/>
        </a:ln>
        <a:ln w="31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chemeClr val="phClr">
                <a:shade val="30000"/>
                <a:satMod val="150000"/>
                <a:alpha val="38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500000"/>
            </a:lightRig>
          </a:scene3d>
          <a:sp3d extrusionH="127000" prstMaterial="powder">
            <a:bevelT w="50800" h="635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6_Personalizar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Copo de Leite">
      <a:fillStyleLst>
        <a:solidFill>
          <a:schemeClr val="phClr"/>
        </a:solidFill>
        <a:gradFill rotWithShape="1">
          <a:gsLst>
            <a:gs pos="0">
              <a:schemeClr val="phClr">
                <a:tint val="15000"/>
                <a:satMod val="250000"/>
              </a:schemeClr>
            </a:gs>
            <a:gs pos="49000">
              <a:schemeClr val="phClr">
                <a:tint val="50000"/>
                <a:satMod val="200000"/>
              </a:schemeClr>
            </a:gs>
            <a:gs pos="49100">
              <a:schemeClr val="phClr">
                <a:tint val="64000"/>
                <a:satMod val="160000"/>
              </a:schemeClr>
            </a:gs>
            <a:gs pos="92000">
              <a:schemeClr val="phClr">
                <a:tint val="50000"/>
                <a:satMod val="200000"/>
              </a:schemeClr>
            </a:gs>
            <a:gs pos="100000">
              <a:schemeClr val="phClr">
                <a:tint val="43000"/>
                <a:satMod val="19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4000"/>
              </a:schemeClr>
            </a:gs>
            <a:gs pos="49000">
              <a:schemeClr val="phClr">
                <a:tint val="96000"/>
                <a:shade val="84000"/>
                <a:satMod val="110000"/>
              </a:schemeClr>
            </a:gs>
            <a:gs pos="49100">
              <a:schemeClr val="phClr">
                <a:shade val="55000"/>
                <a:satMod val="150000"/>
              </a:schemeClr>
            </a:gs>
            <a:gs pos="92000">
              <a:schemeClr val="phClr">
                <a:tint val="98000"/>
                <a:shade val="90000"/>
                <a:satMod val="128000"/>
              </a:schemeClr>
            </a:gs>
            <a:gs pos="100000">
              <a:schemeClr val="phClr">
                <a:tint val="90000"/>
                <a:shade val="97000"/>
                <a:satMod val="128000"/>
              </a:schemeClr>
            </a:gs>
          </a:gsLst>
          <a:lin ang="5400000" scaled="1"/>
        </a:gradFill>
      </a:fillStyleLst>
      <a:lnStyleLst>
        <a:ln w="11430" cap="flat" cmpd="sng" algn="ctr">
          <a:solidFill>
            <a:schemeClr val="phClr"/>
          </a:solidFill>
          <a:prstDash val="solid"/>
        </a:ln>
        <a:ln w="40000" cap="flat" cmpd="sng" algn="ctr">
          <a:solidFill>
            <a:schemeClr val="phClr"/>
          </a:solidFill>
          <a:prstDash val="solid"/>
        </a:ln>
        <a:ln w="31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chemeClr val="phClr">
                <a:shade val="30000"/>
                <a:satMod val="150000"/>
                <a:alpha val="38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500000"/>
            </a:lightRig>
          </a:scene3d>
          <a:sp3d extrusionH="127000" prstMaterial="powder">
            <a:bevelT w="50800" h="635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7_Personalizar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Copo de Leite">
      <a:fillStyleLst>
        <a:solidFill>
          <a:schemeClr val="phClr"/>
        </a:solidFill>
        <a:gradFill rotWithShape="1">
          <a:gsLst>
            <a:gs pos="0">
              <a:schemeClr val="phClr">
                <a:tint val="15000"/>
                <a:satMod val="250000"/>
              </a:schemeClr>
            </a:gs>
            <a:gs pos="49000">
              <a:schemeClr val="phClr">
                <a:tint val="50000"/>
                <a:satMod val="200000"/>
              </a:schemeClr>
            </a:gs>
            <a:gs pos="49100">
              <a:schemeClr val="phClr">
                <a:tint val="64000"/>
                <a:satMod val="160000"/>
              </a:schemeClr>
            </a:gs>
            <a:gs pos="92000">
              <a:schemeClr val="phClr">
                <a:tint val="50000"/>
                <a:satMod val="200000"/>
              </a:schemeClr>
            </a:gs>
            <a:gs pos="100000">
              <a:schemeClr val="phClr">
                <a:tint val="43000"/>
                <a:satMod val="19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4000"/>
              </a:schemeClr>
            </a:gs>
            <a:gs pos="49000">
              <a:schemeClr val="phClr">
                <a:tint val="96000"/>
                <a:shade val="84000"/>
                <a:satMod val="110000"/>
              </a:schemeClr>
            </a:gs>
            <a:gs pos="49100">
              <a:schemeClr val="phClr">
                <a:shade val="55000"/>
                <a:satMod val="150000"/>
              </a:schemeClr>
            </a:gs>
            <a:gs pos="92000">
              <a:schemeClr val="phClr">
                <a:tint val="98000"/>
                <a:shade val="90000"/>
                <a:satMod val="128000"/>
              </a:schemeClr>
            </a:gs>
            <a:gs pos="100000">
              <a:schemeClr val="phClr">
                <a:tint val="90000"/>
                <a:shade val="97000"/>
                <a:satMod val="128000"/>
              </a:schemeClr>
            </a:gs>
          </a:gsLst>
          <a:lin ang="5400000" scaled="1"/>
        </a:gradFill>
      </a:fillStyleLst>
      <a:lnStyleLst>
        <a:ln w="11430" cap="flat" cmpd="sng" algn="ctr">
          <a:solidFill>
            <a:schemeClr val="phClr"/>
          </a:solidFill>
          <a:prstDash val="solid"/>
        </a:ln>
        <a:ln w="40000" cap="flat" cmpd="sng" algn="ctr">
          <a:solidFill>
            <a:schemeClr val="phClr"/>
          </a:solidFill>
          <a:prstDash val="solid"/>
        </a:ln>
        <a:ln w="31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chemeClr val="phClr">
                <a:shade val="30000"/>
                <a:satMod val="150000"/>
                <a:alpha val="38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500000"/>
            </a:lightRig>
          </a:scene3d>
          <a:sp3d extrusionH="127000" prstMaterial="powder">
            <a:bevelT w="50800" h="635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9368</TotalTime>
  <Words>574</Words>
  <Application>Microsoft Office PowerPoint</Application>
  <PresentationFormat>Apresentação na tela (16:9)</PresentationFormat>
  <Paragraphs>49</Paragraphs>
  <Slides>13</Slides>
  <Notes>12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8</vt:i4>
      </vt:variant>
      <vt:variant>
        <vt:lpstr>Títulos de slides</vt:lpstr>
      </vt:variant>
      <vt:variant>
        <vt:i4>13</vt:i4>
      </vt:variant>
    </vt:vector>
  </HeadingPairs>
  <TitlesOfParts>
    <vt:vector size="24" baseType="lpstr">
      <vt:lpstr>Arial</vt:lpstr>
      <vt:lpstr>Calibri</vt:lpstr>
      <vt:lpstr>Verdana</vt:lpstr>
      <vt:lpstr>Personalizar design</vt:lpstr>
      <vt:lpstr>1_Personalizar design</vt:lpstr>
      <vt:lpstr>2_Personalizar design</vt:lpstr>
      <vt:lpstr>3_Personalizar design</vt:lpstr>
      <vt:lpstr>4_Personalizar design</vt:lpstr>
      <vt:lpstr>5_Personalizar design</vt:lpstr>
      <vt:lpstr>6_Personalizar design</vt:lpstr>
      <vt:lpstr>7_Personalizar design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subject>Curso_Lógica - TREINA RECIFE</dc:subject>
  <dc:creator>Rogerio Aguiar</dc:creator>
  <cp:keywords>Treina Recife</cp:keywords>
  <cp:lastModifiedBy>Fernando Calabria</cp:lastModifiedBy>
  <cp:revision>11</cp:revision>
  <cp:lastPrinted>2023-04-24T16:47:04Z</cp:lastPrinted>
  <dcterms:created xsi:type="dcterms:W3CDTF">2020-01-19T22:21:58Z</dcterms:created>
  <dcterms:modified xsi:type="dcterms:W3CDTF">2024-04-21T19:24:58Z</dcterms:modified>
</cp:coreProperties>
</file>